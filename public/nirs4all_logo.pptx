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6" r:id="rId4"/>
    <p:sldId id="267" r:id="rId5"/>
    <p:sldId id="262" r:id="rId6"/>
    <p:sldId id="261" r:id="rId7"/>
    <p:sldId id="263" r:id="rId8"/>
    <p:sldId id="259" r:id="rId9"/>
    <p:sldId id="260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CC66FF"/>
    <a:srgbClr val="8232B9"/>
    <a:srgbClr val="D71E82"/>
    <a:srgbClr val="009664"/>
    <a:srgbClr val="FF6400"/>
    <a:srgbClr val="2577BB"/>
    <a:srgbClr val="96C800"/>
    <a:srgbClr val="FFBE00"/>
    <a:srgbClr val="00A5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8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0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égory BEURIER" userId="3a03d89c-d063-4c23-8ae8-5350b02d6cdd" providerId="ADAL" clId="{475590C3-B73D-45AE-8264-8C94FBD3F222}"/>
    <pc:docChg chg="custSel addSld modSld">
      <pc:chgData name="Grégory BEURIER" userId="3a03d89c-d063-4c23-8ae8-5350b02d6cdd" providerId="ADAL" clId="{475590C3-B73D-45AE-8264-8C94FBD3F222}" dt="2025-05-13T09:09:55.447" v="63"/>
      <pc:docMkLst>
        <pc:docMk/>
      </pc:docMkLst>
      <pc:sldChg chg="addSp delSp modSp new mod">
        <pc:chgData name="Grégory BEURIER" userId="3a03d89c-d063-4c23-8ae8-5350b02d6cdd" providerId="ADAL" clId="{475590C3-B73D-45AE-8264-8C94FBD3F222}" dt="2025-05-13T09:09:55.447" v="63"/>
        <pc:sldMkLst>
          <pc:docMk/>
          <pc:sldMk cId="1961599351" sldId="262"/>
        </pc:sldMkLst>
      </pc:sldChg>
    </pc:docChg>
  </pc:docChgLst>
  <pc:docChgLst>
    <pc:chgData name="Grégory BEURIER" userId="3a03d89c-d063-4c23-8ae8-5350b02d6cdd" providerId="ADAL" clId="{6DC1225B-1868-40B8-A246-44A1684F3F7B}"/>
    <pc:docChg chg="undo redo custSel modSld">
      <pc:chgData name="Grégory BEURIER" userId="3a03d89c-d063-4c23-8ae8-5350b02d6cdd" providerId="ADAL" clId="{6DC1225B-1868-40B8-A246-44A1684F3F7B}" dt="2025-10-12T22:36:48.614" v="486" actId="207"/>
      <pc:docMkLst>
        <pc:docMk/>
      </pc:docMkLst>
      <pc:sldChg chg="addSp delSp modSp mod">
        <pc:chgData name="Grégory BEURIER" userId="3a03d89c-d063-4c23-8ae8-5350b02d6cdd" providerId="ADAL" clId="{6DC1225B-1868-40B8-A246-44A1684F3F7B}" dt="2025-10-12T22:36:48.614" v="486" actId="207"/>
        <pc:sldMkLst>
          <pc:docMk/>
          <pc:sldMk cId="2880517199" sldId="261"/>
        </pc:sldMkLst>
        <pc:spChg chg="mod">
          <ac:chgData name="Grégory BEURIER" userId="3a03d89c-d063-4c23-8ae8-5350b02d6cdd" providerId="ADAL" clId="{6DC1225B-1868-40B8-A246-44A1684F3F7B}" dt="2025-10-12T18:45:24.108" v="8" actId="571"/>
          <ac:spMkLst>
            <pc:docMk/>
            <pc:sldMk cId="2880517199" sldId="261"/>
            <ac:spMk id="5" creationId="{AFCA55B6-0E24-B339-C1D7-F7B7BB1B3BC0}"/>
          </ac:spMkLst>
        </pc:spChg>
        <pc:spChg chg="mod">
          <ac:chgData name="Grégory BEURIER" userId="3a03d89c-d063-4c23-8ae8-5350b02d6cdd" providerId="ADAL" clId="{6DC1225B-1868-40B8-A246-44A1684F3F7B}" dt="2025-10-12T18:45:24.108" v="8" actId="571"/>
          <ac:spMkLst>
            <pc:docMk/>
            <pc:sldMk cId="2880517199" sldId="261"/>
            <ac:spMk id="7" creationId="{E5471160-8346-9884-5417-F51243515707}"/>
          </ac:spMkLst>
        </pc:spChg>
        <pc:spChg chg="mod">
          <ac:chgData name="Grégory BEURIER" userId="3a03d89c-d063-4c23-8ae8-5350b02d6cdd" providerId="ADAL" clId="{6DC1225B-1868-40B8-A246-44A1684F3F7B}" dt="2025-10-12T18:45:24.108" v="8" actId="571"/>
          <ac:spMkLst>
            <pc:docMk/>
            <pc:sldMk cId="2880517199" sldId="261"/>
            <ac:spMk id="8" creationId="{6992A3C5-EDF3-6AC1-1502-F77887E435BD}"/>
          </ac:spMkLst>
        </pc:spChg>
        <pc:spChg chg="mod">
          <ac:chgData name="Grégory BEURIER" userId="3a03d89c-d063-4c23-8ae8-5350b02d6cdd" providerId="ADAL" clId="{6DC1225B-1868-40B8-A246-44A1684F3F7B}" dt="2025-10-12T18:45:24.108" v="8" actId="571"/>
          <ac:spMkLst>
            <pc:docMk/>
            <pc:sldMk cId="2880517199" sldId="261"/>
            <ac:spMk id="10" creationId="{7E6AEC92-0013-C449-ABB9-7AD656E5966B}"/>
          </ac:spMkLst>
        </pc:spChg>
        <pc:spChg chg="mod">
          <ac:chgData name="Grégory BEURIER" userId="3a03d89c-d063-4c23-8ae8-5350b02d6cdd" providerId="ADAL" clId="{6DC1225B-1868-40B8-A246-44A1684F3F7B}" dt="2025-10-12T18:45:24.108" v="8" actId="571"/>
          <ac:spMkLst>
            <pc:docMk/>
            <pc:sldMk cId="2880517199" sldId="261"/>
            <ac:spMk id="11" creationId="{3C5B0784-240C-78E1-252C-3B57DCBEE3B9}"/>
          </ac:spMkLst>
        </pc:spChg>
        <pc:spChg chg="mod">
          <ac:chgData name="Grégory BEURIER" userId="3a03d89c-d063-4c23-8ae8-5350b02d6cdd" providerId="ADAL" clId="{6DC1225B-1868-40B8-A246-44A1684F3F7B}" dt="2025-10-12T18:45:24.108" v="8" actId="571"/>
          <ac:spMkLst>
            <pc:docMk/>
            <pc:sldMk cId="2880517199" sldId="261"/>
            <ac:spMk id="12" creationId="{C0124DAE-6ED5-6856-FFDB-4F97E4F417A9}"/>
          </ac:spMkLst>
        </pc:spChg>
        <pc:spChg chg="mod">
          <ac:chgData name="Grégory BEURIER" userId="3a03d89c-d063-4c23-8ae8-5350b02d6cdd" providerId="ADAL" clId="{6DC1225B-1868-40B8-A246-44A1684F3F7B}" dt="2025-10-12T18:45:24.108" v="8" actId="571"/>
          <ac:spMkLst>
            <pc:docMk/>
            <pc:sldMk cId="2880517199" sldId="261"/>
            <ac:spMk id="13" creationId="{2BD28B0E-4E6A-2C07-2C30-48EE8D5CDF7C}"/>
          </ac:spMkLst>
        </pc:spChg>
        <pc:spChg chg="mod">
          <ac:chgData name="Grégory BEURIER" userId="3a03d89c-d063-4c23-8ae8-5350b02d6cdd" providerId="ADAL" clId="{6DC1225B-1868-40B8-A246-44A1684F3F7B}" dt="2025-10-12T18:45:24.108" v="8" actId="571"/>
          <ac:spMkLst>
            <pc:docMk/>
            <pc:sldMk cId="2880517199" sldId="261"/>
            <ac:spMk id="14" creationId="{BB86F2AC-7386-37AE-6629-AA215B0DE051}"/>
          </ac:spMkLst>
        </pc:spChg>
        <pc:spChg chg="mod">
          <ac:chgData name="Grégory BEURIER" userId="3a03d89c-d063-4c23-8ae8-5350b02d6cdd" providerId="ADAL" clId="{6DC1225B-1868-40B8-A246-44A1684F3F7B}" dt="2025-10-12T18:45:24.108" v="8" actId="571"/>
          <ac:spMkLst>
            <pc:docMk/>
            <pc:sldMk cId="2880517199" sldId="261"/>
            <ac:spMk id="15" creationId="{A080523E-4874-488E-CA84-A9B23BF417D5}"/>
          </ac:spMkLst>
        </pc:spChg>
        <pc:spChg chg="mod">
          <ac:chgData name="Grégory BEURIER" userId="3a03d89c-d063-4c23-8ae8-5350b02d6cdd" providerId="ADAL" clId="{6DC1225B-1868-40B8-A246-44A1684F3F7B}" dt="2025-10-12T18:45:24.108" v="8" actId="571"/>
          <ac:spMkLst>
            <pc:docMk/>
            <pc:sldMk cId="2880517199" sldId="261"/>
            <ac:spMk id="16" creationId="{686A0639-0D1D-8032-D8F0-3379818FF9A8}"/>
          </ac:spMkLst>
        </pc:spChg>
        <pc:spChg chg="add mod ord">
          <ac:chgData name="Grégory BEURIER" userId="3a03d89c-d063-4c23-8ae8-5350b02d6cdd" providerId="ADAL" clId="{6DC1225B-1868-40B8-A246-44A1684F3F7B}" dt="2025-10-12T22:36:48.614" v="486" actId="207"/>
          <ac:spMkLst>
            <pc:docMk/>
            <pc:sldMk cId="2880517199" sldId="261"/>
            <ac:spMk id="17" creationId="{B8E3DDB3-C815-A3D6-C4D8-21BFABCB63DB}"/>
          </ac:spMkLst>
        </pc:spChg>
        <pc:spChg chg="add del mod">
          <ac:chgData name="Grégory BEURIER" userId="3a03d89c-d063-4c23-8ae8-5350b02d6cdd" providerId="ADAL" clId="{6DC1225B-1868-40B8-A246-44A1684F3F7B}" dt="2025-10-12T21:39:59.634" v="192" actId="478"/>
          <ac:spMkLst>
            <pc:docMk/>
            <pc:sldMk cId="2880517199" sldId="261"/>
            <ac:spMk id="19" creationId="{FE4C74B4-5291-ED7A-C7BB-7D7AA88FBD92}"/>
          </ac:spMkLst>
        </pc:spChg>
        <pc:spChg chg="add del mod">
          <ac:chgData name="Grégory BEURIER" userId="3a03d89c-d063-4c23-8ae8-5350b02d6cdd" providerId="ADAL" clId="{6DC1225B-1868-40B8-A246-44A1684F3F7B}" dt="2025-10-12T21:39:59.634" v="192" actId="478"/>
          <ac:spMkLst>
            <pc:docMk/>
            <pc:sldMk cId="2880517199" sldId="261"/>
            <ac:spMk id="20" creationId="{F6A8FA4C-F795-7E20-6871-2B8275F1328B}"/>
          </ac:spMkLst>
        </pc:spChg>
        <pc:spChg chg="add del mod">
          <ac:chgData name="Grégory BEURIER" userId="3a03d89c-d063-4c23-8ae8-5350b02d6cdd" providerId="ADAL" clId="{6DC1225B-1868-40B8-A246-44A1684F3F7B}" dt="2025-10-12T21:39:59.634" v="192" actId="478"/>
          <ac:spMkLst>
            <pc:docMk/>
            <pc:sldMk cId="2880517199" sldId="261"/>
            <ac:spMk id="21" creationId="{0EFEBFB0-EC72-672D-D1E9-0F9DF7BFBB73}"/>
          </ac:spMkLst>
        </pc:spChg>
        <pc:spChg chg="add mod">
          <ac:chgData name="Grégory BEURIER" userId="3a03d89c-d063-4c23-8ae8-5350b02d6cdd" providerId="ADAL" clId="{6DC1225B-1868-40B8-A246-44A1684F3F7B}" dt="2025-10-12T21:40:58.066" v="238" actId="164"/>
          <ac:spMkLst>
            <pc:docMk/>
            <pc:sldMk cId="2880517199" sldId="261"/>
            <ac:spMk id="22" creationId="{4B615DFE-93E1-109F-D9CD-DD6CA483EABC}"/>
          </ac:spMkLst>
        </pc:spChg>
        <pc:spChg chg="mod topLvl">
          <ac:chgData name="Grégory BEURIER" userId="3a03d89c-d063-4c23-8ae8-5350b02d6cdd" providerId="ADAL" clId="{6DC1225B-1868-40B8-A246-44A1684F3F7B}" dt="2025-10-12T21:39:04.783" v="108" actId="165"/>
          <ac:spMkLst>
            <pc:docMk/>
            <pc:sldMk cId="2880517199" sldId="261"/>
            <ac:spMk id="24" creationId="{50B933CC-80A6-B824-F2F4-B399EF774C38}"/>
          </ac:spMkLst>
        </pc:spChg>
        <pc:spChg chg="add mod ord">
          <ac:chgData name="Grégory BEURIER" userId="3a03d89c-d063-4c23-8ae8-5350b02d6cdd" providerId="ADAL" clId="{6DC1225B-1868-40B8-A246-44A1684F3F7B}" dt="2025-10-12T21:43:05.969" v="253" actId="164"/>
          <ac:spMkLst>
            <pc:docMk/>
            <pc:sldMk cId="2880517199" sldId="261"/>
            <ac:spMk id="26" creationId="{B4A0ADF5-E096-E9EC-5F97-85C64D4EF2E1}"/>
          </ac:spMkLst>
        </pc:spChg>
        <pc:spChg chg="mod topLvl">
          <ac:chgData name="Grégory BEURIER" userId="3a03d89c-d063-4c23-8ae8-5350b02d6cdd" providerId="ADAL" clId="{6DC1225B-1868-40B8-A246-44A1684F3F7B}" dt="2025-10-12T21:40:58.066" v="238" actId="164"/>
          <ac:spMkLst>
            <pc:docMk/>
            <pc:sldMk cId="2880517199" sldId="261"/>
            <ac:spMk id="27" creationId="{6D5BC512-BD38-EB45-4E36-17D01655F68C}"/>
          </ac:spMkLst>
        </pc:spChg>
        <pc:spChg chg="mod topLvl">
          <ac:chgData name="Grégory BEURIER" userId="3a03d89c-d063-4c23-8ae8-5350b02d6cdd" providerId="ADAL" clId="{6DC1225B-1868-40B8-A246-44A1684F3F7B}" dt="2025-10-12T21:40:58.066" v="238" actId="164"/>
          <ac:spMkLst>
            <pc:docMk/>
            <pc:sldMk cId="2880517199" sldId="261"/>
            <ac:spMk id="28" creationId="{C87A67BE-1E35-10AD-8079-94BC38444408}"/>
          </ac:spMkLst>
        </pc:spChg>
        <pc:spChg chg="mod topLvl">
          <ac:chgData name="Grégory BEURIER" userId="3a03d89c-d063-4c23-8ae8-5350b02d6cdd" providerId="ADAL" clId="{6DC1225B-1868-40B8-A246-44A1684F3F7B}" dt="2025-10-12T21:40:09.647" v="193" actId="14100"/>
          <ac:spMkLst>
            <pc:docMk/>
            <pc:sldMk cId="2880517199" sldId="261"/>
            <ac:spMk id="30" creationId="{4199A4C7-13B5-55E7-469D-A003BCC6D958}"/>
          </ac:spMkLst>
        </pc:spChg>
        <pc:spChg chg="mod topLvl">
          <ac:chgData name="Grégory BEURIER" userId="3a03d89c-d063-4c23-8ae8-5350b02d6cdd" providerId="ADAL" clId="{6DC1225B-1868-40B8-A246-44A1684F3F7B}" dt="2025-10-12T21:40:34.200" v="230" actId="1076"/>
          <ac:spMkLst>
            <pc:docMk/>
            <pc:sldMk cId="2880517199" sldId="261"/>
            <ac:spMk id="31" creationId="{FE43B5FE-9B0B-8CA6-6FE9-7268C7B21422}"/>
          </ac:spMkLst>
        </pc:spChg>
        <pc:spChg chg="mod topLvl">
          <ac:chgData name="Grégory BEURIER" userId="3a03d89c-d063-4c23-8ae8-5350b02d6cdd" providerId="ADAL" clId="{6DC1225B-1868-40B8-A246-44A1684F3F7B}" dt="2025-10-12T21:40:58.066" v="238" actId="164"/>
          <ac:spMkLst>
            <pc:docMk/>
            <pc:sldMk cId="2880517199" sldId="261"/>
            <ac:spMk id="32" creationId="{5DA5CF78-884C-CA33-C998-78BD497BC13D}"/>
          </ac:spMkLst>
        </pc:spChg>
        <pc:spChg chg="mod topLvl">
          <ac:chgData name="Grégory BEURIER" userId="3a03d89c-d063-4c23-8ae8-5350b02d6cdd" providerId="ADAL" clId="{6DC1225B-1868-40B8-A246-44A1684F3F7B}" dt="2025-10-12T21:40:58.066" v="238" actId="164"/>
          <ac:spMkLst>
            <pc:docMk/>
            <pc:sldMk cId="2880517199" sldId="261"/>
            <ac:spMk id="33" creationId="{8E593623-A685-3D36-86A4-BE9697F8DB1C}"/>
          </ac:spMkLst>
        </pc:spChg>
        <pc:spChg chg="mod topLvl">
          <ac:chgData name="Grégory BEURIER" userId="3a03d89c-d063-4c23-8ae8-5350b02d6cdd" providerId="ADAL" clId="{6DC1225B-1868-40B8-A246-44A1684F3F7B}" dt="2025-10-12T21:40:58.066" v="238" actId="164"/>
          <ac:spMkLst>
            <pc:docMk/>
            <pc:sldMk cId="2880517199" sldId="261"/>
            <ac:spMk id="34" creationId="{84A60F07-902B-AF8F-7F49-413FCB7BF9AA}"/>
          </ac:spMkLst>
        </pc:spChg>
        <pc:spChg chg="mod topLvl">
          <ac:chgData name="Grégory BEURIER" userId="3a03d89c-d063-4c23-8ae8-5350b02d6cdd" providerId="ADAL" clId="{6DC1225B-1868-40B8-A246-44A1684F3F7B}" dt="2025-10-12T21:40:58.066" v="238" actId="164"/>
          <ac:spMkLst>
            <pc:docMk/>
            <pc:sldMk cId="2880517199" sldId="261"/>
            <ac:spMk id="35" creationId="{7EB51728-2193-AA2B-A4EE-4780050A1A3E}"/>
          </ac:spMkLst>
        </pc:spChg>
        <pc:spChg chg="mod topLvl">
          <ac:chgData name="Grégory BEURIER" userId="3a03d89c-d063-4c23-8ae8-5350b02d6cdd" providerId="ADAL" clId="{6DC1225B-1868-40B8-A246-44A1684F3F7B}" dt="2025-10-12T21:40:58.066" v="238" actId="164"/>
          <ac:spMkLst>
            <pc:docMk/>
            <pc:sldMk cId="2880517199" sldId="261"/>
            <ac:spMk id="36" creationId="{B9AC303C-603A-2923-1A4B-C06CCA1ED1BE}"/>
          </ac:spMkLst>
        </pc:spChg>
        <pc:spChg chg="mod">
          <ac:chgData name="Grégory BEURIER" userId="3a03d89c-d063-4c23-8ae8-5350b02d6cdd" providerId="ADAL" clId="{6DC1225B-1868-40B8-A246-44A1684F3F7B}" dt="2025-10-12T21:46:44.118" v="295" actId="208"/>
          <ac:spMkLst>
            <pc:docMk/>
            <pc:sldMk cId="2880517199" sldId="261"/>
            <ac:spMk id="39" creationId="{C22CBF13-EA51-9730-F2F8-C482786ACD93}"/>
          </ac:spMkLst>
        </pc:spChg>
        <pc:spChg chg="mod">
          <ac:chgData name="Grégory BEURIER" userId="3a03d89c-d063-4c23-8ae8-5350b02d6cdd" providerId="ADAL" clId="{6DC1225B-1868-40B8-A246-44A1684F3F7B}" dt="2025-10-12T21:44:40.017" v="258"/>
          <ac:spMkLst>
            <pc:docMk/>
            <pc:sldMk cId="2880517199" sldId="261"/>
            <ac:spMk id="41" creationId="{F591CA62-DE65-001A-F444-752EA9A60CA4}"/>
          </ac:spMkLst>
        </pc:spChg>
        <pc:spChg chg="mod">
          <ac:chgData name="Grégory BEURIER" userId="3a03d89c-d063-4c23-8ae8-5350b02d6cdd" providerId="ADAL" clId="{6DC1225B-1868-40B8-A246-44A1684F3F7B}" dt="2025-10-12T21:57:56.046" v="483" actId="14861"/>
          <ac:spMkLst>
            <pc:docMk/>
            <pc:sldMk cId="2880517199" sldId="261"/>
            <ac:spMk id="42" creationId="{EFAA89C3-EEED-0C2F-DB28-D437000DA1B3}"/>
          </ac:spMkLst>
        </pc:spChg>
        <pc:spChg chg="mod">
          <ac:chgData name="Grégory BEURIER" userId="3a03d89c-d063-4c23-8ae8-5350b02d6cdd" providerId="ADAL" clId="{6DC1225B-1868-40B8-A246-44A1684F3F7B}" dt="2025-10-12T21:44:40.017" v="258"/>
          <ac:spMkLst>
            <pc:docMk/>
            <pc:sldMk cId="2880517199" sldId="261"/>
            <ac:spMk id="43" creationId="{408BE70B-11AC-3037-E711-48BD85D76670}"/>
          </ac:spMkLst>
        </pc:spChg>
        <pc:spChg chg="mod">
          <ac:chgData name="Grégory BEURIER" userId="3a03d89c-d063-4c23-8ae8-5350b02d6cdd" providerId="ADAL" clId="{6DC1225B-1868-40B8-A246-44A1684F3F7B}" dt="2025-10-12T21:46:39.895" v="284" actId="1076"/>
          <ac:spMkLst>
            <pc:docMk/>
            <pc:sldMk cId="2880517199" sldId="261"/>
            <ac:spMk id="44" creationId="{6D560557-CEFC-1D55-7528-9EC51CF5729D}"/>
          </ac:spMkLst>
        </pc:spChg>
        <pc:spChg chg="mod">
          <ac:chgData name="Grégory BEURIER" userId="3a03d89c-d063-4c23-8ae8-5350b02d6cdd" providerId="ADAL" clId="{6DC1225B-1868-40B8-A246-44A1684F3F7B}" dt="2025-10-12T21:46:40.053" v="285" actId="1076"/>
          <ac:spMkLst>
            <pc:docMk/>
            <pc:sldMk cId="2880517199" sldId="261"/>
            <ac:spMk id="45" creationId="{49BB30BD-20A0-41BA-0DED-F47B50870B69}"/>
          </ac:spMkLst>
        </pc:spChg>
        <pc:spChg chg="add del mod">
          <ac:chgData name="Grégory BEURIER" userId="3a03d89c-d063-4c23-8ae8-5350b02d6cdd" providerId="ADAL" clId="{6DC1225B-1868-40B8-A246-44A1684F3F7B}" dt="2025-10-12T21:46:42.243" v="293" actId="478"/>
          <ac:spMkLst>
            <pc:docMk/>
            <pc:sldMk cId="2880517199" sldId="261"/>
            <ac:spMk id="46" creationId="{EE8241C2-632E-2965-582A-4F65ACFE3F6D}"/>
          </ac:spMkLst>
        </pc:spChg>
        <pc:spChg chg="mod">
          <ac:chgData name="Grégory BEURIER" userId="3a03d89c-d063-4c23-8ae8-5350b02d6cdd" providerId="ADAL" clId="{6DC1225B-1868-40B8-A246-44A1684F3F7B}" dt="2025-10-12T21:46:39.754" v="283" actId="1076"/>
          <ac:spMkLst>
            <pc:docMk/>
            <pc:sldMk cId="2880517199" sldId="261"/>
            <ac:spMk id="47" creationId="{F13B4B80-7460-198F-5036-DC70C014834C}"/>
          </ac:spMkLst>
        </pc:spChg>
        <pc:spChg chg="mod">
          <ac:chgData name="Grégory BEURIER" userId="3a03d89c-d063-4c23-8ae8-5350b02d6cdd" providerId="ADAL" clId="{6DC1225B-1868-40B8-A246-44A1684F3F7B}" dt="2025-10-12T21:46:39.895" v="284" actId="1076"/>
          <ac:spMkLst>
            <pc:docMk/>
            <pc:sldMk cId="2880517199" sldId="261"/>
            <ac:spMk id="48" creationId="{8AB5B38E-944A-656D-01F5-8E4604AFBAFF}"/>
          </ac:spMkLst>
        </pc:spChg>
        <pc:spChg chg="mod">
          <ac:chgData name="Grégory BEURIER" userId="3a03d89c-d063-4c23-8ae8-5350b02d6cdd" providerId="ADAL" clId="{6DC1225B-1868-40B8-A246-44A1684F3F7B}" dt="2025-10-12T21:46:40.272" v="286" actId="1076"/>
          <ac:spMkLst>
            <pc:docMk/>
            <pc:sldMk cId="2880517199" sldId="261"/>
            <ac:spMk id="49" creationId="{E6C3DE87-AF9E-A319-4436-B9018088DAF5}"/>
          </ac:spMkLst>
        </pc:spChg>
        <pc:spChg chg="add del mod">
          <ac:chgData name="Grégory BEURIER" userId="3a03d89c-d063-4c23-8ae8-5350b02d6cdd" providerId="ADAL" clId="{6DC1225B-1868-40B8-A246-44A1684F3F7B}" dt="2025-10-12T21:46:40.698" v="288" actId="478"/>
          <ac:spMkLst>
            <pc:docMk/>
            <pc:sldMk cId="2880517199" sldId="261"/>
            <ac:spMk id="50" creationId="{EEAB4BB1-AC3E-B495-85EF-915D984B7820}"/>
          </ac:spMkLst>
        </pc:spChg>
        <pc:spChg chg="add del mod">
          <ac:chgData name="Grégory BEURIER" userId="3a03d89c-d063-4c23-8ae8-5350b02d6cdd" providerId="ADAL" clId="{6DC1225B-1868-40B8-A246-44A1684F3F7B}" dt="2025-10-12T21:46:40.533" v="287" actId="478"/>
          <ac:spMkLst>
            <pc:docMk/>
            <pc:sldMk cId="2880517199" sldId="261"/>
            <ac:spMk id="51" creationId="{FD700231-F45E-9783-3943-6DA17C7A38AE}"/>
          </ac:spMkLst>
        </pc:spChg>
        <pc:spChg chg="add del">
          <ac:chgData name="Grégory BEURIER" userId="3a03d89c-d063-4c23-8ae8-5350b02d6cdd" providerId="ADAL" clId="{6DC1225B-1868-40B8-A246-44A1684F3F7B}" dt="2025-10-12T21:46:41.591" v="291" actId="478"/>
          <ac:spMkLst>
            <pc:docMk/>
            <pc:sldMk cId="2880517199" sldId="261"/>
            <ac:spMk id="52" creationId="{A74B3DA4-5CF1-C32C-5623-B9FBE863C991}"/>
          </ac:spMkLst>
        </pc:spChg>
        <pc:spChg chg="add del mod">
          <ac:chgData name="Grégory BEURIER" userId="3a03d89c-d063-4c23-8ae8-5350b02d6cdd" providerId="ADAL" clId="{6DC1225B-1868-40B8-A246-44A1684F3F7B}" dt="2025-10-12T21:46:41.313" v="290" actId="478"/>
          <ac:spMkLst>
            <pc:docMk/>
            <pc:sldMk cId="2880517199" sldId="261"/>
            <ac:spMk id="54" creationId="{1A0BC026-AF25-3CEC-C475-488E633AF245}"/>
          </ac:spMkLst>
        </pc:spChg>
        <pc:spChg chg="add del mod">
          <ac:chgData name="Grégory BEURIER" userId="3a03d89c-d063-4c23-8ae8-5350b02d6cdd" providerId="ADAL" clId="{6DC1225B-1868-40B8-A246-44A1684F3F7B}" dt="2025-10-12T21:40:26.005" v="229" actId="478"/>
          <ac:spMkLst>
            <pc:docMk/>
            <pc:sldMk cId="2880517199" sldId="261"/>
            <ac:spMk id="59" creationId="{210B3C9E-990B-4B31-7EF7-61C4DF22921B}"/>
          </ac:spMkLst>
        </pc:spChg>
        <pc:spChg chg="add del mod">
          <ac:chgData name="Grégory BEURIER" userId="3a03d89c-d063-4c23-8ae8-5350b02d6cdd" providerId="ADAL" clId="{6DC1225B-1868-40B8-A246-44A1684F3F7B}" dt="2025-10-12T21:37:57.420" v="39" actId="478"/>
          <ac:spMkLst>
            <pc:docMk/>
            <pc:sldMk cId="2880517199" sldId="261"/>
            <ac:spMk id="60" creationId="{79841931-0D3F-00CD-CA16-3556C0F68ABF}"/>
          </ac:spMkLst>
        </pc:spChg>
        <pc:spChg chg="add del mod">
          <ac:chgData name="Grégory BEURIER" userId="3a03d89c-d063-4c23-8ae8-5350b02d6cdd" providerId="ADAL" clId="{6DC1225B-1868-40B8-A246-44A1684F3F7B}" dt="2025-10-12T21:39:59.634" v="192" actId="478"/>
          <ac:spMkLst>
            <pc:docMk/>
            <pc:sldMk cId="2880517199" sldId="261"/>
            <ac:spMk id="61" creationId="{782767BA-6492-72E2-4F10-A9D9AD813D25}"/>
          </ac:spMkLst>
        </pc:spChg>
        <pc:spChg chg="add del mod">
          <ac:chgData name="Grégory BEURIER" userId="3a03d89c-d063-4c23-8ae8-5350b02d6cdd" providerId="ADAL" clId="{6DC1225B-1868-40B8-A246-44A1684F3F7B}" dt="2025-10-12T21:37:58.598" v="40" actId="478"/>
          <ac:spMkLst>
            <pc:docMk/>
            <pc:sldMk cId="2880517199" sldId="261"/>
            <ac:spMk id="64" creationId="{DF1C589E-BC7D-0456-62C1-666834324C96}"/>
          </ac:spMkLst>
        </pc:spChg>
        <pc:spChg chg="add del mod">
          <ac:chgData name="Grégory BEURIER" userId="3a03d89c-d063-4c23-8ae8-5350b02d6cdd" providerId="ADAL" clId="{6DC1225B-1868-40B8-A246-44A1684F3F7B}" dt="2025-10-12T21:40:58.066" v="238" actId="164"/>
          <ac:spMkLst>
            <pc:docMk/>
            <pc:sldMk cId="2880517199" sldId="261"/>
            <ac:spMk id="65" creationId="{69474826-616A-A696-A3F2-FE92241AB13A}"/>
          </ac:spMkLst>
        </pc:spChg>
        <pc:grpChg chg="add mod">
          <ac:chgData name="Grégory BEURIER" userId="3a03d89c-d063-4c23-8ae8-5350b02d6cdd" providerId="ADAL" clId="{6DC1225B-1868-40B8-A246-44A1684F3F7B}" dt="2025-10-12T18:44:47.319" v="1" actId="164"/>
          <ac:grpSpMkLst>
            <pc:docMk/>
            <pc:sldMk cId="2880517199" sldId="261"/>
            <ac:grpSpMk id="2" creationId="{A4B75F80-E26E-93DC-8E06-9ED66A9FE8B5}"/>
          </ac:grpSpMkLst>
        </pc:grpChg>
        <pc:grpChg chg="del">
          <ac:chgData name="Grégory BEURIER" userId="3a03d89c-d063-4c23-8ae8-5350b02d6cdd" providerId="ADAL" clId="{6DC1225B-1868-40B8-A246-44A1684F3F7B}" dt="2025-10-12T19:06:03.389" v="28" actId="478"/>
          <ac:grpSpMkLst>
            <pc:docMk/>
            <pc:sldMk cId="2880517199" sldId="261"/>
            <ac:grpSpMk id="4" creationId="{993E7D09-8E21-9FDC-06C2-95CFBF652404}"/>
          </ac:grpSpMkLst>
        </pc:grpChg>
        <pc:grpChg chg="mod">
          <ac:chgData name="Grégory BEURIER" userId="3a03d89c-d063-4c23-8ae8-5350b02d6cdd" providerId="ADAL" clId="{6DC1225B-1868-40B8-A246-44A1684F3F7B}" dt="2025-10-12T21:43:05.969" v="253" actId="164"/>
          <ac:grpSpMkLst>
            <pc:docMk/>
            <pc:sldMk cId="2880517199" sldId="261"/>
            <ac:grpSpMk id="23" creationId="{14F37495-5DF2-32A6-CC90-4E3729F5624D}"/>
          </ac:grpSpMkLst>
        </pc:grpChg>
        <pc:grpChg chg="del">
          <ac:chgData name="Grégory BEURIER" userId="3a03d89c-d063-4c23-8ae8-5350b02d6cdd" providerId="ADAL" clId="{6DC1225B-1868-40B8-A246-44A1684F3F7B}" dt="2025-10-12T21:39:12.342" v="109" actId="165"/>
          <ac:grpSpMkLst>
            <pc:docMk/>
            <pc:sldMk cId="2880517199" sldId="261"/>
            <ac:grpSpMk id="25" creationId="{962C1E72-568C-31B2-ECE3-D72124E92422}"/>
          </ac:grpSpMkLst>
        </pc:grpChg>
        <pc:grpChg chg="del mod">
          <ac:chgData name="Grégory BEURIER" userId="3a03d89c-d063-4c23-8ae8-5350b02d6cdd" providerId="ADAL" clId="{6DC1225B-1868-40B8-A246-44A1684F3F7B}" dt="2025-10-12T21:39:18.513" v="112" actId="165"/>
          <ac:grpSpMkLst>
            <pc:docMk/>
            <pc:sldMk cId="2880517199" sldId="261"/>
            <ac:grpSpMk id="29" creationId="{7CEB9C86-57AF-E722-D72B-D3522DB45433}"/>
          </ac:grpSpMkLst>
        </pc:grpChg>
        <pc:grpChg chg="add mod">
          <ac:chgData name="Grégory BEURIER" userId="3a03d89c-d063-4c23-8ae8-5350b02d6cdd" providerId="ADAL" clId="{6DC1225B-1868-40B8-A246-44A1684F3F7B}" dt="2025-10-12T21:44:34.657" v="256" actId="1076"/>
          <ac:grpSpMkLst>
            <pc:docMk/>
            <pc:sldMk cId="2880517199" sldId="261"/>
            <ac:grpSpMk id="37" creationId="{3728B87A-55A8-3CB4-3820-133A71EFD9B9}"/>
          </ac:grpSpMkLst>
        </pc:grpChg>
        <pc:grpChg chg="add del mod">
          <ac:chgData name="Grégory BEURIER" userId="3a03d89c-d063-4c23-8ae8-5350b02d6cdd" providerId="ADAL" clId="{6DC1225B-1868-40B8-A246-44A1684F3F7B}" dt="2025-10-12T21:46:41.808" v="292" actId="1076"/>
          <ac:grpSpMkLst>
            <pc:docMk/>
            <pc:sldMk cId="2880517199" sldId="261"/>
            <ac:grpSpMk id="38" creationId="{1A8DE0B8-56DC-A3E7-2A2D-48AE909A4C0D}"/>
          </ac:grpSpMkLst>
        </pc:grpChg>
        <pc:grpChg chg="mod ord">
          <ac:chgData name="Grégory BEURIER" userId="3a03d89c-d063-4c23-8ae8-5350b02d6cdd" providerId="ADAL" clId="{6DC1225B-1868-40B8-A246-44A1684F3F7B}" dt="2025-10-12T21:38:03.880" v="42" actId="14100"/>
          <ac:grpSpMkLst>
            <pc:docMk/>
            <pc:sldMk cId="2880517199" sldId="261"/>
            <ac:grpSpMk id="53" creationId="{7B327402-A04D-4C5E-90CA-77721CC2E981}"/>
          </ac:grpSpMkLst>
        </pc:grpChg>
        <pc:picChg chg="add del mod">
          <ac:chgData name="Grégory BEURIER" userId="3a03d89c-d063-4c23-8ae8-5350b02d6cdd" providerId="ADAL" clId="{6DC1225B-1868-40B8-A246-44A1684F3F7B}" dt="2025-10-12T19:06:02.233" v="27" actId="478"/>
          <ac:picMkLst>
            <pc:docMk/>
            <pc:sldMk cId="2880517199" sldId="261"/>
            <ac:picMk id="3" creationId="{A97CB0B3-0F87-F220-CE21-287B43C0221A}"/>
          </ac:picMkLst>
        </pc:picChg>
        <pc:picChg chg="add del mod">
          <ac:chgData name="Grégory BEURIER" userId="3a03d89c-d063-4c23-8ae8-5350b02d6cdd" providerId="ADAL" clId="{6DC1225B-1868-40B8-A246-44A1684F3F7B}" dt="2025-10-12T21:44:39.262" v="257" actId="478"/>
          <ac:picMkLst>
            <pc:docMk/>
            <pc:sldMk cId="2880517199" sldId="261"/>
            <ac:picMk id="18" creationId="{8AAF5CA5-2A1A-1370-5B7F-EFB5A6F74985}"/>
          </ac:picMkLst>
        </pc:picChg>
        <pc:picChg chg="del mod">
          <ac:chgData name="Grégory BEURIER" userId="3a03d89c-d063-4c23-8ae8-5350b02d6cdd" providerId="ADAL" clId="{6DC1225B-1868-40B8-A246-44A1684F3F7B}" dt="2025-10-12T19:06:06.089" v="29" actId="478"/>
          <ac:picMkLst>
            <pc:docMk/>
            <pc:sldMk cId="2880517199" sldId="261"/>
            <ac:picMk id="67" creationId="{5B067FE1-A76A-B501-BF61-37BBCFC50A49}"/>
          </ac:picMkLst>
        </pc:picChg>
      </pc:sldChg>
      <pc:sldChg chg="modSp mod">
        <pc:chgData name="Grégory BEURIER" userId="3a03d89c-d063-4c23-8ae8-5350b02d6cdd" providerId="ADAL" clId="{6DC1225B-1868-40B8-A246-44A1684F3F7B}" dt="2025-10-12T19:05:51.665" v="26" actId="1076"/>
        <pc:sldMkLst>
          <pc:docMk/>
          <pc:sldMk cId="1961599351" sldId="262"/>
        </pc:sldMkLst>
        <pc:picChg chg="mod">
          <ac:chgData name="Grégory BEURIER" userId="3a03d89c-d063-4c23-8ae8-5350b02d6cdd" providerId="ADAL" clId="{6DC1225B-1868-40B8-A246-44A1684F3F7B}" dt="2025-10-12T19:05:51.665" v="26" actId="1076"/>
          <ac:picMkLst>
            <pc:docMk/>
            <pc:sldMk cId="1961599351" sldId="262"/>
            <ac:picMk id="43" creationId="{9F4009E9-A3C4-8E57-5394-3E6AC3AB17C0}"/>
          </ac:picMkLst>
        </pc:picChg>
      </pc:sldChg>
    </pc:docChg>
  </pc:docChgLst>
  <pc:docChgLst>
    <pc:chgData name="Grégory BEURIER" userId="3a03d89c-d063-4c23-8ae8-5350b02d6cdd" providerId="ADAL" clId="{F7840EE8-4793-4459-9E37-7DB2697684E1}"/>
    <pc:docChg chg="undo redo custSel addSld delSld modSld">
      <pc:chgData name="Grégory BEURIER" userId="3a03d89c-d063-4c23-8ae8-5350b02d6cdd" providerId="ADAL" clId="{F7840EE8-4793-4459-9E37-7DB2697684E1}" dt="2025-04-07T13:59:55.987" v="2043" actId="1076"/>
      <pc:docMkLst>
        <pc:docMk/>
      </pc:docMkLst>
      <pc:sldChg chg="addSp delSp modSp mod">
        <pc:chgData name="Grégory BEURIER" userId="3a03d89c-d063-4c23-8ae8-5350b02d6cdd" providerId="ADAL" clId="{F7840EE8-4793-4459-9E37-7DB2697684E1}" dt="2025-04-07T13:30:37.708" v="1806" actId="1076"/>
        <pc:sldMkLst>
          <pc:docMk/>
          <pc:sldMk cId="3775061688" sldId="256"/>
        </pc:sldMkLst>
      </pc:sldChg>
      <pc:sldChg chg="addSp delSp modSp add del mod setBg">
        <pc:chgData name="Grégory BEURIER" userId="3a03d89c-d063-4c23-8ae8-5350b02d6cdd" providerId="ADAL" clId="{F7840EE8-4793-4459-9E37-7DB2697684E1}" dt="2025-04-06T19:09:12.685" v="1654" actId="47"/>
        <pc:sldMkLst>
          <pc:docMk/>
          <pc:sldMk cId="574896860" sldId="257"/>
        </pc:sldMkLst>
      </pc:sldChg>
      <pc:sldChg chg="addSp delSp modSp new del mod setBg">
        <pc:chgData name="Grégory BEURIER" userId="3a03d89c-d063-4c23-8ae8-5350b02d6cdd" providerId="ADAL" clId="{F7840EE8-4793-4459-9E37-7DB2697684E1}" dt="2025-04-06T19:09:13.967" v="1655" actId="47"/>
        <pc:sldMkLst>
          <pc:docMk/>
          <pc:sldMk cId="641582080" sldId="258"/>
        </pc:sldMkLst>
      </pc:sldChg>
      <pc:sldChg chg="addSp delSp modSp add del mod">
        <pc:chgData name="Grégory BEURIER" userId="3a03d89c-d063-4c23-8ae8-5350b02d6cdd" providerId="ADAL" clId="{F7840EE8-4793-4459-9E37-7DB2697684E1}" dt="2025-04-06T15:52:06.382" v="1258" actId="47"/>
        <pc:sldMkLst>
          <pc:docMk/>
          <pc:sldMk cId="864224345" sldId="258"/>
        </pc:sldMkLst>
      </pc:sldChg>
      <pc:sldChg chg="add del setBg">
        <pc:chgData name="Grégory BEURIER" userId="3a03d89c-d063-4c23-8ae8-5350b02d6cdd" providerId="ADAL" clId="{F7840EE8-4793-4459-9E37-7DB2697684E1}" dt="2025-04-06T15:41:27.329" v="1104"/>
        <pc:sldMkLst>
          <pc:docMk/>
          <pc:sldMk cId="1174082490" sldId="258"/>
        </pc:sldMkLst>
      </pc:sldChg>
      <pc:sldChg chg="addSp delSp modSp add del mod setBg">
        <pc:chgData name="Grégory BEURIER" userId="3a03d89c-d063-4c23-8ae8-5350b02d6cdd" providerId="ADAL" clId="{F7840EE8-4793-4459-9E37-7DB2697684E1}" dt="2025-04-04T22:10:09.166" v="945" actId="47"/>
        <pc:sldMkLst>
          <pc:docMk/>
          <pc:sldMk cId="1866733886" sldId="258"/>
        </pc:sldMkLst>
      </pc:sldChg>
      <pc:sldChg chg="addSp delSp modSp add mod setBg">
        <pc:chgData name="Grégory BEURIER" userId="3a03d89c-d063-4c23-8ae8-5350b02d6cdd" providerId="ADAL" clId="{F7840EE8-4793-4459-9E37-7DB2697684E1}" dt="2025-04-06T19:33:32.279" v="1661" actId="2085"/>
        <pc:sldMkLst>
          <pc:docMk/>
          <pc:sldMk cId="1581418706" sldId="259"/>
        </pc:sldMkLst>
      </pc:sldChg>
      <pc:sldChg chg="modSp add mod setBg">
        <pc:chgData name="Grégory BEURIER" userId="3a03d89c-d063-4c23-8ae8-5350b02d6cdd" providerId="ADAL" clId="{F7840EE8-4793-4459-9E37-7DB2697684E1}" dt="2025-04-06T19:33:37.868" v="1662" actId="2085"/>
        <pc:sldMkLst>
          <pc:docMk/>
          <pc:sldMk cId="388412346" sldId="260"/>
        </pc:sldMkLst>
      </pc:sldChg>
      <pc:sldChg chg="add del">
        <pc:chgData name="Grégory BEURIER" userId="3a03d89c-d063-4c23-8ae8-5350b02d6cdd" providerId="ADAL" clId="{F7840EE8-4793-4459-9E37-7DB2697684E1}" dt="2025-04-06T19:08:20.381" v="1640"/>
        <pc:sldMkLst>
          <pc:docMk/>
          <pc:sldMk cId="657725275" sldId="260"/>
        </pc:sldMkLst>
      </pc:sldChg>
      <pc:sldChg chg="addSp delSp modSp add del mod">
        <pc:chgData name="Grégory BEURIER" userId="3a03d89c-d063-4c23-8ae8-5350b02d6cdd" providerId="ADAL" clId="{F7840EE8-4793-4459-9E37-7DB2697684E1}" dt="2025-04-06T23:16:53.657" v="1674" actId="47"/>
        <pc:sldMkLst>
          <pc:docMk/>
          <pc:sldMk cId="2331403536" sldId="261"/>
        </pc:sldMkLst>
      </pc:sldChg>
      <pc:sldChg chg="addSp delSp modSp new mod">
        <pc:chgData name="Grégory BEURIER" userId="3a03d89c-d063-4c23-8ae8-5350b02d6cdd" providerId="ADAL" clId="{F7840EE8-4793-4459-9E37-7DB2697684E1}" dt="2025-04-07T13:59:55.987" v="2043" actId="1076"/>
        <pc:sldMkLst>
          <pc:docMk/>
          <pc:sldMk cId="2880517199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DA3751-2B4F-B90B-1AD7-6DC911F44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E278E4B-9AA2-4064-05AB-5C644F414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F7C37E-47F5-0E51-A8B5-67E0EC11D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8EF6E-BAA3-4ED4-A7C8-967ED7DFE6C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476174-CA6D-1758-CDBA-B58D13C49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BF1DAE-2183-156B-29E0-8424039BC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72FD-AB85-4D9F-8DD8-B6D42DA5D0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1560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488F79-3637-6490-2F03-AE13A696A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CF6C12-9AFD-95B5-4E36-B6B6E0F65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F93455-C429-FC10-BD64-D1114FD73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8EF6E-BAA3-4ED4-A7C8-967ED7DFE6C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F30642-44B8-B2B5-0DDA-A5D45ECB5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30179B-F601-F760-7323-8242DB3F0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72FD-AB85-4D9F-8DD8-B6D42DA5D0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37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6D4439-F5AA-E024-F6C4-E791664C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6E1FF8-3EE7-25C8-9E9E-4AE97AA2D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FDE6B8-B7FB-5A06-473F-9461EE3FE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8EF6E-BAA3-4ED4-A7C8-967ED7DFE6C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D69B9A-1A1D-C05F-6D97-B63CB524A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A5B9B0-6584-F943-EDBD-AB6E4E3D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72FD-AB85-4D9F-8DD8-B6D42DA5D0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742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128E65-9F20-86C8-A5E2-2D6757A9B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BE40A1-4505-1AAB-207B-4729D128F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6815D36-683D-E353-27CA-F829CF859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CEDD19A-D85C-6B01-3ACB-E509D93BF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8EF6E-BAA3-4ED4-A7C8-967ED7DFE6C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A5183E-703D-8270-52A8-0B0C30F73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7380AB-C88C-220A-C9D4-AD2ECEE32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72FD-AB85-4D9F-8DD8-B6D42DA5D0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5214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BE352A-B0BC-3C4A-ED77-43BB5CDAC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AA57BE-4B85-2B9C-F2CA-D065FD75D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52247D-7B52-267A-6357-0BF914339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BA737BC-B8B6-66A9-D529-F188269D9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F0FB383-D546-7A84-32C5-C8C6973BE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C70193C-A08E-83B3-8568-1362E4C1E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8EF6E-BAA3-4ED4-A7C8-967ED7DFE6C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493CE76-BF0A-A3E6-04F1-33B50EC00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6F9B40E-13B3-AC68-8077-1A02F3024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72FD-AB85-4D9F-8DD8-B6D42DA5D0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724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9B89CF-8CB4-8B9A-CD3E-64DC8EC96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FF290D2-38AF-F478-7C15-CE1EB2317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8EF6E-BAA3-4ED4-A7C8-967ED7DFE6C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26C8F2B-F020-FF97-5848-FA9F3FC5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EC6DA5-579C-C107-10D8-2AFBA9B0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72FD-AB85-4D9F-8DD8-B6D42DA5D0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961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A0E25CC-418F-D95F-C6AF-16D193FD7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8EF6E-BAA3-4ED4-A7C8-967ED7DFE6C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65DE267-56EB-65BD-B471-4F79AF64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60DD4F-CBC2-A4EE-A4A3-3F7144057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72FD-AB85-4D9F-8DD8-B6D42DA5D0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978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C2CEE9-E575-17A2-F074-E0662864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F2319A-F7E3-1627-3D1F-CE596A1DB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47EF62F-A919-5D4B-0292-7F20CA985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F627AF-8E68-28B4-BA98-89E8179F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8EF6E-BAA3-4ED4-A7C8-967ED7DFE6C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2912598-C991-9440-56AE-60B8696BE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524CD19-ECF4-B386-C62C-1BF0F0BAE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72FD-AB85-4D9F-8DD8-B6D42DA5D0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8569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A2D5F3-5BF4-7C5C-3481-F57EA903A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6B7B9C8-7BCF-01A5-514B-8C8561415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116402-9310-E339-57A4-D5E3DDFF4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8D5FEDE-06D3-4BF0-9E71-831659426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8EF6E-BAA3-4ED4-A7C8-967ED7DFE6C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F32841-82CD-D90B-E855-2CAB37CF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A945A4-8D49-F70D-D8C5-2814F68E2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72FD-AB85-4D9F-8DD8-B6D42DA5D0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9958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60E911-A053-3E36-8CFE-50B1599B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CEC85F9-BA9E-13DD-BB0C-E31ECC3CF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A2B50D-57BF-DA4F-1FA6-85FFB3CB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8EF6E-BAA3-4ED4-A7C8-967ED7DFE6C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CA559A-5F12-AA30-7C7C-29AC2A036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9460E0-1009-E225-C583-D5236035C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72FD-AB85-4D9F-8DD8-B6D42DA5D0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14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8866233-9DF7-B5A5-F716-B94D97E4E9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92B4B5-1524-49FE-3669-22E070B21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A9BB86-F2D4-9A44-BC82-AEC59C98E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8EF6E-BAA3-4ED4-A7C8-967ED7DFE6C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DFFFAB-4E14-3B2E-F0A8-DB3E98B2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731B7B-B9C0-9ABB-9D80-AEA1D9F26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72FD-AB85-4D9F-8DD8-B6D42DA5D0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62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5DCCC93-6574-5099-D13F-8CFCE476A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DE2244-AB3C-CDCE-F4CE-3FC238CFE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98996E-38E7-D56D-475F-CCD5C813D0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8EF6E-BAA3-4ED4-A7C8-967ED7DFE6C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2FCE3F-A249-079B-008A-635806F13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2D9101-7D0D-39FD-4092-BA444416F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272FD-AB85-4D9F-8DD8-B6D42DA5D0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3749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36">
            <a:extLst>
              <a:ext uri="{FF2B5EF4-FFF2-40B4-BE49-F238E27FC236}">
                <a16:creationId xmlns:a16="http://schemas.microsoft.com/office/drawing/2014/main" id="{1D817936-7795-9137-3F13-B2871DC61D5C}"/>
              </a:ext>
            </a:extLst>
          </p:cNvPr>
          <p:cNvSpPr/>
          <p:nvPr/>
        </p:nvSpPr>
        <p:spPr>
          <a:xfrm>
            <a:off x="6040967" y="-139699"/>
            <a:ext cx="6081219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2" name="Image 111">
            <a:extLst>
              <a:ext uri="{FF2B5EF4-FFF2-40B4-BE49-F238E27FC236}">
                <a16:creationId xmlns:a16="http://schemas.microsoft.com/office/drawing/2014/main" id="{D60ABC5A-6A84-86EE-42AE-982898F83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691" y="4781897"/>
            <a:ext cx="273427" cy="221755"/>
          </a:xfrm>
          <a:prstGeom prst="rect">
            <a:avLst/>
          </a:prstGeom>
        </p:spPr>
      </p:pic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F336E765-CFAC-A736-8263-C11934DD909B}"/>
              </a:ext>
            </a:extLst>
          </p:cNvPr>
          <p:cNvGrpSpPr/>
          <p:nvPr/>
        </p:nvGrpSpPr>
        <p:grpSpPr>
          <a:xfrm>
            <a:off x="6913760" y="2813943"/>
            <a:ext cx="4993880" cy="1862048"/>
            <a:chOff x="5562993" y="4114780"/>
            <a:chExt cx="4993880" cy="1862048"/>
          </a:xfrm>
        </p:grpSpPr>
        <p:sp>
          <p:nvSpPr>
            <p:cNvPr id="114" name="ZoneTexte 113">
              <a:extLst>
                <a:ext uri="{FF2B5EF4-FFF2-40B4-BE49-F238E27FC236}">
                  <a16:creationId xmlns:a16="http://schemas.microsoft.com/office/drawing/2014/main" id="{99BD5189-F466-397F-A9D6-E8E051039870}"/>
                </a:ext>
              </a:extLst>
            </p:cNvPr>
            <p:cNvSpPr txBox="1"/>
            <p:nvPr/>
          </p:nvSpPr>
          <p:spPr>
            <a:xfrm>
              <a:off x="7974150" y="4114780"/>
              <a:ext cx="1164287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500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11500" dirty="0">
                <a:ln w="3175">
                  <a:solidFill>
                    <a:schemeClr val="bg1"/>
                  </a:solidFill>
                </a:ln>
                <a:latin typeface="Arial Rounded MT Bold" panose="020F0704030504030204" pitchFamily="34" charset="0"/>
              </a:endParaRPr>
            </a:p>
          </p:txBody>
        </p:sp>
        <p:sp>
          <p:nvSpPr>
            <p:cNvPr id="115" name="ZoneTexte 114">
              <a:extLst>
                <a:ext uri="{FF2B5EF4-FFF2-40B4-BE49-F238E27FC236}">
                  <a16:creationId xmlns:a16="http://schemas.microsoft.com/office/drawing/2014/main" id="{7D351B4B-DF3C-89EC-145A-55C170D693F7}"/>
                </a:ext>
              </a:extLst>
            </p:cNvPr>
            <p:cNvSpPr txBox="1"/>
            <p:nvPr/>
          </p:nvSpPr>
          <p:spPr>
            <a:xfrm>
              <a:off x="5562993" y="4297698"/>
              <a:ext cx="2616965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9600" dirty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nirs</a:t>
              </a:r>
              <a:endParaRPr lang="fr-FR" dirty="0">
                <a:ln w="3175">
                  <a:solidFill>
                    <a:schemeClr val="bg1"/>
                  </a:solidFill>
                </a:ln>
                <a:solidFill>
                  <a:srgbClr val="2577BB"/>
                </a:solidFill>
              </a:endParaRPr>
            </a:p>
          </p:txBody>
        </p:sp>
        <p:sp>
          <p:nvSpPr>
            <p:cNvPr id="116" name="ZoneTexte 115">
              <a:extLst>
                <a:ext uri="{FF2B5EF4-FFF2-40B4-BE49-F238E27FC236}">
                  <a16:creationId xmlns:a16="http://schemas.microsoft.com/office/drawing/2014/main" id="{E4B12947-9071-1373-1FB1-089CB743553F}"/>
                </a:ext>
              </a:extLst>
            </p:cNvPr>
            <p:cNvSpPr txBox="1"/>
            <p:nvPr/>
          </p:nvSpPr>
          <p:spPr>
            <a:xfrm>
              <a:off x="8986306" y="4297698"/>
              <a:ext cx="1570567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9600" dirty="0">
                  <a:ln w="3175">
                    <a:solidFill>
                      <a:schemeClr val="bg1"/>
                    </a:solidFill>
                  </a:ln>
                  <a:latin typeface="Arial Rounded MT Bold" panose="020F0704030504030204" pitchFamily="34" charset="0"/>
                </a:rPr>
                <a:t>all</a:t>
              </a:r>
              <a:endParaRPr lang="fr-FR" dirty="0">
                <a:ln w="3175">
                  <a:solidFill>
                    <a:schemeClr val="bg1"/>
                  </a:solidFill>
                </a:ln>
              </a:endParaRPr>
            </a:p>
          </p:txBody>
        </p:sp>
      </p:grpSp>
      <p:pic>
        <p:nvPicPr>
          <p:cNvPr id="162" name="Image 161">
            <a:extLst>
              <a:ext uri="{FF2B5EF4-FFF2-40B4-BE49-F238E27FC236}">
                <a16:creationId xmlns:a16="http://schemas.microsoft.com/office/drawing/2014/main" id="{03D62D01-1850-B520-5FEC-46371042E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68" y="4701859"/>
            <a:ext cx="1195271" cy="981747"/>
          </a:xfrm>
          <a:prstGeom prst="rect">
            <a:avLst/>
          </a:prstGeom>
        </p:spPr>
      </p:pic>
      <p:pic>
        <p:nvPicPr>
          <p:cNvPr id="163" name="Image 162">
            <a:extLst>
              <a:ext uri="{FF2B5EF4-FFF2-40B4-BE49-F238E27FC236}">
                <a16:creationId xmlns:a16="http://schemas.microsoft.com/office/drawing/2014/main" id="{3A0412F1-08DA-8E08-F2B6-EF37B5FF5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891" y="4878720"/>
            <a:ext cx="273427" cy="221755"/>
          </a:xfrm>
          <a:prstGeom prst="rect">
            <a:avLst/>
          </a:prstGeom>
        </p:spPr>
      </p:pic>
      <p:pic>
        <p:nvPicPr>
          <p:cNvPr id="164" name="Image 163">
            <a:extLst>
              <a:ext uri="{FF2B5EF4-FFF2-40B4-BE49-F238E27FC236}">
                <a16:creationId xmlns:a16="http://schemas.microsoft.com/office/drawing/2014/main" id="{BD4C2C5E-B953-F695-22BE-B3A48102E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468" y="4798682"/>
            <a:ext cx="1195271" cy="981747"/>
          </a:xfrm>
          <a:prstGeom prst="rect">
            <a:avLst/>
          </a:prstGeom>
        </p:spPr>
      </p:pic>
      <p:grpSp>
        <p:nvGrpSpPr>
          <p:cNvPr id="179" name="Groupe 178">
            <a:extLst>
              <a:ext uri="{FF2B5EF4-FFF2-40B4-BE49-F238E27FC236}">
                <a16:creationId xmlns:a16="http://schemas.microsoft.com/office/drawing/2014/main" id="{A540FA1A-B54C-CBE9-589B-38225AA8AF73}"/>
              </a:ext>
            </a:extLst>
          </p:cNvPr>
          <p:cNvGrpSpPr/>
          <p:nvPr/>
        </p:nvGrpSpPr>
        <p:grpSpPr>
          <a:xfrm>
            <a:off x="441596" y="297375"/>
            <a:ext cx="4562610" cy="2806588"/>
            <a:chOff x="463315" y="340176"/>
            <a:chExt cx="4562610" cy="2806588"/>
          </a:xfrm>
        </p:grpSpPr>
        <p:sp>
          <p:nvSpPr>
            <p:cNvPr id="165" name="Forme libre : forme 164">
              <a:extLst>
                <a:ext uri="{FF2B5EF4-FFF2-40B4-BE49-F238E27FC236}">
                  <a16:creationId xmlns:a16="http://schemas.microsoft.com/office/drawing/2014/main" id="{98A5CF7A-E2B4-B1B3-A91F-C044D5CCB528}"/>
                </a:ext>
              </a:extLst>
            </p:cNvPr>
            <p:cNvSpPr/>
            <p:nvPr/>
          </p:nvSpPr>
          <p:spPr>
            <a:xfrm>
              <a:off x="608585" y="492548"/>
              <a:ext cx="4417340" cy="2501900"/>
            </a:xfrm>
            <a:custGeom>
              <a:avLst/>
              <a:gdLst>
                <a:gd name="connsiteX0" fmla="*/ 201078 w 4417340"/>
                <a:gd name="connsiteY0" fmla="*/ 0 h 2501900"/>
                <a:gd name="connsiteX1" fmla="*/ 3054356 w 4417340"/>
                <a:gd name="connsiteY1" fmla="*/ 0 h 2501900"/>
                <a:gd name="connsiteX2" fmla="*/ 3255434 w 4417340"/>
                <a:gd name="connsiteY2" fmla="*/ 201078 h 2501900"/>
                <a:gd name="connsiteX3" fmla="*/ 3255434 w 4417340"/>
                <a:gd name="connsiteY3" fmla="*/ 859213 h 2501900"/>
                <a:gd name="connsiteX4" fmla="*/ 3459729 w 4417340"/>
                <a:gd name="connsiteY4" fmla="*/ 1087460 h 2501900"/>
                <a:gd name="connsiteX5" fmla="*/ 3514649 w 4417340"/>
                <a:gd name="connsiteY5" fmla="*/ 1081924 h 2501900"/>
                <a:gd name="connsiteX6" fmla="*/ 3593722 w 4417340"/>
                <a:gd name="connsiteY6" fmla="*/ 1089895 h 2501900"/>
                <a:gd name="connsiteX7" fmla="*/ 3605912 w 4417340"/>
                <a:gd name="connsiteY7" fmla="*/ 1093679 h 2501900"/>
                <a:gd name="connsiteX8" fmla="*/ 3601411 w 4417340"/>
                <a:gd name="connsiteY8" fmla="*/ 1049221 h 2501900"/>
                <a:gd name="connsiteX9" fmla="*/ 3995934 w 4417340"/>
                <a:gd name="connsiteY9" fmla="*/ 656344 h 2501900"/>
                <a:gd name="connsiteX10" fmla="*/ 4390457 w 4417340"/>
                <a:gd name="connsiteY10" fmla="*/ 1049221 h 2501900"/>
                <a:gd name="connsiteX11" fmla="*/ 3995934 w 4417340"/>
                <a:gd name="connsiteY11" fmla="*/ 1442098 h 2501900"/>
                <a:gd name="connsiteX12" fmla="*/ 3916424 w 4417340"/>
                <a:gd name="connsiteY12" fmla="*/ 1434116 h 2501900"/>
                <a:gd name="connsiteX13" fmla="*/ 3902522 w 4417340"/>
                <a:gd name="connsiteY13" fmla="*/ 1429819 h 2501900"/>
                <a:gd name="connsiteX14" fmla="*/ 3907004 w 4417340"/>
                <a:gd name="connsiteY14" fmla="*/ 1474279 h 2501900"/>
                <a:gd name="connsiteX15" fmla="*/ 3903910 w 4417340"/>
                <a:gd name="connsiteY15" fmla="*/ 1504969 h 2501900"/>
                <a:gd name="connsiteX16" fmla="*/ 3945912 w 4417340"/>
                <a:gd name="connsiteY16" fmla="*/ 1491931 h 2501900"/>
                <a:gd name="connsiteX17" fmla="*/ 4024985 w 4417340"/>
                <a:gd name="connsiteY17" fmla="*/ 1483960 h 2501900"/>
                <a:gd name="connsiteX18" fmla="*/ 4417340 w 4417340"/>
                <a:gd name="connsiteY18" fmla="*/ 1876315 h 2501900"/>
                <a:gd name="connsiteX19" fmla="*/ 4024985 w 4417340"/>
                <a:gd name="connsiteY19" fmla="*/ 2268670 h 2501900"/>
                <a:gd name="connsiteX20" fmla="*/ 3632630 w 4417340"/>
                <a:gd name="connsiteY20" fmla="*/ 1876315 h 2501900"/>
                <a:gd name="connsiteX21" fmla="*/ 3635724 w 4417340"/>
                <a:gd name="connsiteY21" fmla="*/ 1845625 h 2501900"/>
                <a:gd name="connsiteX22" fmla="*/ 3593722 w 4417340"/>
                <a:gd name="connsiteY22" fmla="*/ 1858663 h 2501900"/>
                <a:gd name="connsiteX23" fmla="*/ 3514649 w 4417340"/>
                <a:gd name="connsiteY23" fmla="*/ 1866634 h 2501900"/>
                <a:gd name="connsiteX24" fmla="*/ 3295280 w 4417340"/>
                <a:gd name="connsiteY24" fmla="*/ 1799626 h 2501900"/>
                <a:gd name="connsiteX25" fmla="*/ 3255434 w 4417340"/>
                <a:gd name="connsiteY25" fmla="*/ 1766751 h 2501900"/>
                <a:gd name="connsiteX26" fmla="*/ 3255434 w 4417340"/>
                <a:gd name="connsiteY26" fmla="*/ 2300822 h 2501900"/>
                <a:gd name="connsiteX27" fmla="*/ 3054356 w 4417340"/>
                <a:gd name="connsiteY27" fmla="*/ 2501900 h 2501900"/>
                <a:gd name="connsiteX28" fmla="*/ 201078 w 4417340"/>
                <a:gd name="connsiteY28" fmla="*/ 2501900 h 2501900"/>
                <a:gd name="connsiteX29" fmla="*/ 0 w 4417340"/>
                <a:gd name="connsiteY29" fmla="*/ 2300822 h 2501900"/>
                <a:gd name="connsiteX30" fmla="*/ 0 w 4417340"/>
                <a:gd name="connsiteY30" fmla="*/ 201078 h 2501900"/>
                <a:gd name="connsiteX31" fmla="*/ 201078 w 4417340"/>
                <a:gd name="connsiteY31" fmla="*/ 0 h 2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340" h="2501900">
                  <a:moveTo>
                    <a:pt x="201078" y="0"/>
                  </a:moveTo>
                  <a:lnTo>
                    <a:pt x="3054356" y="0"/>
                  </a:lnTo>
                  <a:cubicBezTo>
                    <a:pt x="3165408" y="0"/>
                    <a:pt x="3255434" y="90026"/>
                    <a:pt x="3255434" y="201078"/>
                  </a:cubicBezTo>
                  <a:lnTo>
                    <a:pt x="3255434" y="859213"/>
                  </a:lnTo>
                  <a:lnTo>
                    <a:pt x="3459729" y="1087460"/>
                  </a:lnTo>
                  <a:lnTo>
                    <a:pt x="3514649" y="1081924"/>
                  </a:lnTo>
                  <a:cubicBezTo>
                    <a:pt x="3541735" y="1081924"/>
                    <a:pt x="3568181" y="1084669"/>
                    <a:pt x="3593722" y="1089895"/>
                  </a:cubicBezTo>
                  <a:lnTo>
                    <a:pt x="3605912" y="1093679"/>
                  </a:lnTo>
                  <a:lnTo>
                    <a:pt x="3601411" y="1049221"/>
                  </a:lnTo>
                  <a:cubicBezTo>
                    <a:pt x="3601411" y="832241"/>
                    <a:pt x="3778045" y="656344"/>
                    <a:pt x="3995934" y="656344"/>
                  </a:cubicBezTo>
                  <a:cubicBezTo>
                    <a:pt x="4213823" y="656344"/>
                    <a:pt x="4390457" y="832241"/>
                    <a:pt x="4390457" y="1049221"/>
                  </a:cubicBezTo>
                  <a:cubicBezTo>
                    <a:pt x="4390457" y="1266201"/>
                    <a:pt x="4213823" y="1442098"/>
                    <a:pt x="3995934" y="1442098"/>
                  </a:cubicBezTo>
                  <a:cubicBezTo>
                    <a:pt x="3968698" y="1442098"/>
                    <a:pt x="3942107" y="1439350"/>
                    <a:pt x="3916424" y="1434116"/>
                  </a:cubicBezTo>
                  <a:lnTo>
                    <a:pt x="3902522" y="1429819"/>
                  </a:lnTo>
                  <a:lnTo>
                    <a:pt x="3907004" y="1474279"/>
                  </a:lnTo>
                  <a:lnTo>
                    <a:pt x="3903910" y="1504969"/>
                  </a:lnTo>
                  <a:lnTo>
                    <a:pt x="3945912" y="1491931"/>
                  </a:lnTo>
                  <a:cubicBezTo>
                    <a:pt x="3971453" y="1486705"/>
                    <a:pt x="3997899" y="1483960"/>
                    <a:pt x="4024985" y="1483960"/>
                  </a:cubicBezTo>
                  <a:cubicBezTo>
                    <a:pt x="4241677" y="1483960"/>
                    <a:pt x="4417340" y="1659623"/>
                    <a:pt x="4417340" y="1876315"/>
                  </a:cubicBezTo>
                  <a:cubicBezTo>
                    <a:pt x="4417340" y="2093007"/>
                    <a:pt x="4241677" y="2268670"/>
                    <a:pt x="4024985" y="2268670"/>
                  </a:cubicBezTo>
                  <a:cubicBezTo>
                    <a:pt x="3808293" y="2268670"/>
                    <a:pt x="3632630" y="2093007"/>
                    <a:pt x="3632630" y="1876315"/>
                  </a:cubicBezTo>
                  <a:lnTo>
                    <a:pt x="3635724" y="1845625"/>
                  </a:lnTo>
                  <a:lnTo>
                    <a:pt x="3593722" y="1858663"/>
                  </a:lnTo>
                  <a:cubicBezTo>
                    <a:pt x="3568181" y="1863889"/>
                    <a:pt x="3541735" y="1866634"/>
                    <a:pt x="3514649" y="1866634"/>
                  </a:cubicBezTo>
                  <a:cubicBezTo>
                    <a:pt x="3433390" y="1866634"/>
                    <a:pt x="3357900" y="1841932"/>
                    <a:pt x="3295280" y="1799626"/>
                  </a:cubicBezTo>
                  <a:lnTo>
                    <a:pt x="3255434" y="1766751"/>
                  </a:lnTo>
                  <a:lnTo>
                    <a:pt x="3255434" y="2300822"/>
                  </a:lnTo>
                  <a:cubicBezTo>
                    <a:pt x="3255434" y="2411874"/>
                    <a:pt x="3165408" y="2501900"/>
                    <a:pt x="3054356" y="2501900"/>
                  </a:cubicBezTo>
                  <a:lnTo>
                    <a:pt x="201078" y="2501900"/>
                  </a:lnTo>
                  <a:cubicBezTo>
                    <a:pt x="90026" y="2501900"/>
                    <a:pt x="0" y="2411874"/>
                    <a:pt x="0" y="2300822"/>
                  </a:cubicBezTo>
                  <a:lnTo>
                    <a:pt x="0" y="201078"/>
                  </a:lnTo>
                  <a:cubicBezTo>
                    <a:pt x="0" y="90026"/>
                    <a:pt x="90026" y="0"/>
                    <a:pt x="20107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166" name="Forme libre : forme 165">
              <a:extLst>
                <a:ext uri="{FF2B5EF4-FFF2-40B4-BE49-F238E27FC236}">
                  <a16:creationId xmlns:a16="http://schemas.microsoft.com/office/drawing/2014/main" id="{FDDABDA5-AD82-DAC1-65E5-6EDAE6BA26FA}"/>
                </a:ext>
              </a:extLst>
            </p:cNvPr>
            <p:cNvSpPr/>
            <p:nvPr/>
          </p:nvSpPr>
          <p:spPr>
            <a:xfrm>
              <a:off x="600228" y="1419220"/>
              <a:ext cx="2724662" cy="1121089"/>
            </a:xfrm>
            <a:custGeom>
              <a:avLst/>
              <a:gdLst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549400 w 2689225"/>
                <a:gd name="connsiteY12" fmla="*/ 838064 h 1119057"/>
                <a:gd name="connsiteX13" fmla="*/ 1654175 w 2689225"/>
                <a:gd name="connsiteY13" fmla="*/ 825364 h 1119057"/>
                <a:gd name="connsiteX14" fmla="*/ 1822450 w 2689225"/>
                <a:gd name="connsiteY14" fmla="*/ 552314 h 1119057"/>
                <a:gd name="connsiteX15" fmla="*/ 1930400 w 2689225"/>
                <a:gd name="connsiteY15" fmla="*/ 339589 h 1119057"/>
                <a:gd name="connsiteX16" fmla="*/ 2133600 w 2689225"/>
                <a:gd name="connsiteY16" fmla="*/ 244339 h 1119057"/>
                <a:gd name="connsiteX17" fmla="*/ 2320925 w 2689225"/>
                <a:gd name="connsiteY17" fmla="*/ 501514 h 1119057"/>
                <a:gd name="connsiteX18" fmla="*/ 2689225 w 2689225"/>
                <a:gd name="connsiteY18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654175 w 2689225"/>
                <a:gd name="connsiteY12" fmla="*/ 825364 h 1119057"/>
                <a:gd name="connsiteX13" fmla="*/ 1822450 w 2689225"/>
                <a:gd name="connsiteY13" fmla="*/ 552314 h 1119057"/>
                <a:gd name="connsiteX14" fmla="*/ 1930400 w 2689225"/>
                <a:gd name="connsiteY14" fmla="*/ 339589 h 1119057"/>
                <a:gd name="connsiteX15" fmla="*/ 2133600 w 2689225"/>
                <a:gd name="connsiteY15" fmla="*/ 244339 h 1119057"/>
                <a:gd name="connsiteX16" fmla="*/ 2320925 w 2689225"/>
                <a:gd name="connsiteY16" fmla="*/ 501514 h 1119057"/>
                <a:gd name="connsiteX17" fmla="*/ 2689225 w 2689225"/>
                <a:gd name="connsiteY17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847725 w 2689225"/>
                <a:gd name="connsiteY4" fmla="*/ 218939 h 1119057"/>
                <a:gd name="connsiteX5" fmla="*/ 930275 w 2689225"/>
                <a:gd name="connsiteY5" fmla="*/ 72889 h 1119057"/>
                <a:gd name="connsiteX6" fmla="*/ 1095375 w 2689225"/>
                <a:gd name="connsiteY6" fmla="*/ 3039 h 1119057"/>
                <a:gd name="connsiteX7" fmla="*/ 1238250 w 2689225"/>
                <a:gd name="connsiteY7" fmla="*/ 168139 h 1119057"/>
                <a:gd name="connsiteX8" fmla="*/ 1336675 w 2689225"/>
                <a:gd name="connsiteY8" fmla="*/ 526914 h 1119057"/>
                <a:gd name="connsiteX9" fmla="*/ 1441450 w 2689225"/>
                <a:gd name="connsiteY9" fmla="*/ 777739 h 1119057"/>
                <a:gd name="connsiteX10" fmla="*/ 1527175 w 2689225"/>
                <a:gd name="connsiteY10" fmla="*/ 847589 h 1119057"/>
                <a:gd name="connsiteX11" fmla="*/ 1654175 w 2689225"/>
                <a:gd name="connsiteY11" fmla="*/ 825364 h 1119057"/>
                <a:gd name="connsiteX12" fmla="*/ 1822450 w 2689225"/>
                <a:gd name="connsiteY12" fmla="*/ 552314 h 1119057"/>
                <a:gd name="connsiteX13" fmla="*/ 1930400 w 2689225"/>
                <a:gd name="connsiteY13" fmla="*/ 339589 h 1119057"/>
                <a:gd name="connsiteX14" fmla="*/ 2133600 w 2689225"/>
                <a:gd name="connsiteY14" fmla="*/ 244339 h 1119057"/>
                <a:gd name="connsiteX15" fmla="*/ 2320925 w 2689225"/>
                <a:gd name="connsiteY15" fmla="*/ 501514 h 1119057"/>
                <a:gd name="connsiteX16" fmla="*/ 2689225 w 2689225"/>
                <a:gd name="connsiteY16" fmla="*/ 895214 h 1119057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1610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133600 w 2689225"/>
                <a:gd name="connsiteY12" fmla="*/ 244077 h 1118795"/>
                <a:gd name="connsiteX13" fmla="*/ 2320925 w 2689225"/>
                <a:gd name="connsiteY13" fmla="*/ 501252 h 1118795"/>
                <a:gd name="connsiteX14" fmla="*/ 2689225 w 2689225"/>
                <a:gd name="connsiteY14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320925 w 2689225"/>
                <a:gd name="connsiteY12" fmla="*/ 501252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1290 h 1119233"/>
                <a:gd name="connsiteX1" fmla="*/ 241300 w 2689225"/>
                <a:gd name="connsiteY1" fmla="*/ 1111290 h 1119233"/>
                <a:gd name="connsiteX2" fmla="*/ 415925 w 2689225"/>
                <a:gd name="connsiteY2" fmla="*/ 1028740 h 1119233"/>
                <a:gd name="connsiteX3" fmla="*/ 593725 w 2689225"/>
                <a:gd name="connsiteY3" fmla="*/ 816015 h 1119233"/>
                <a:gd name="connsiteX4" fmla="*/ 847725 w 2689225"/>
                <a:gd name="connsiteY4" fmla="*/ 219115 h 1119233"/>
                <a:gd name="connsiteX5" fmla="*/ 930275 w 2689225"/>
                <a:gd name="connsiteY5" fmla="*/ 68302 h 1119233"/>
                <a:gd name="connsiteX6" fmla="*/ 1095375 w 2689225"/>
                <a:gd name="connsiteY6" fmla="*/ 3215 h 1119233"/>
                <a:gd name="connsiteX7" fmla="*/ 1238250 w 2689225"/>
                <a:gd name="connsiteY7" fmla="*/ 168315 h 1119233"/>
                <a:gd name="connsiteX8" fmla="*/ 1336675 w 2689225"/>
                <a:gd name="connsiteY8" fmla="*/ 527090 h 1119233"/>
                <a:gd name="connsiteX9" fmla="*/ 1441450 w 2689225"/>
                <a:gd name="connsiteY9" fmla="*/ 777915 h 1119233"/>
                <a:gd name="connsiteX10" fmla="*/ 1654175 w 2689225"/>
                <a:gd name="connsiteY10" fmla="*/ 825540 h 1119233"/>
                <a:gd name="connsiteX11" fmla="*/ 1930400 w 2689225"/>
                <a:gd name="connsiteY11" fmla="*/ 333415 h 1119233"/>
                <a:gd name="connsiteX12" fmla="*/ 2286000 w 2689225"/>
                <a:gd name="connsiteY12" fmla="*/ 395328 h 1119233"/>
                <a:gd name="connsiteX13" fmla="*/ 2689225 w 2689225"/>
                <a:gd name="connsiteY13" fmla="*/ 895390 h 1119233"/>
                <a:gd name="connsiteX0" fmla="*/ 0 w 2689225"/>
                <a:gd name="connsiteY0" fmla="*/ 1110846 h 1118789"/>
                <a:gd name="connsiteX1" fmla="*/ 241300 w 2689225"/>
                <a:gd name="connsiteY1" fmla="*/ 1110846 h 1118789"/>
                <a:gd name="connsiteX2" fmla="*/ 415925 w 2689225"/>
                <a:gd name="connsiteY2" fmla="*/ 1028296 h 1118789"/>
                <a:gd name="connsiteX3" fmla="*/ 593725 w 2689225"/>
                <a:gd name="connsiteY3" fmla="*/ 815571 h 1118789"/>
                <a:gd name="connsiteX4" fmla="*/ 847725 w 2689225"/>
                <a:gd name="connsiteY4" fmla="*/ 218671 h 1118789"/>
                <a:gd name="connsiteX5" fmla="*/ 930275 w 2689225"/>
                <a:gd name="connsiteY5" fmla="*/ 67858 h 1118789"/>
                <a:gd name="connsiteX6" fmla="*/ 1095375 w 2689225"/>
                <a:gd name="connsiteY6" fmla="*/ 2771 h 1118789"/>
                <a:gd name="connsiteX7" fmla="*/ 1238250 w 2689225"/>
                <a:gd name="connsiteY7" fmla="*/ 167871 h 1118789"/>
                <a:gd name="connsiteX8" fmla="*/ 1336675 w 2689225"/>
                <a:gd name="connsiteY8" fmla="*/ 526646 h 1118789"/>
                <a:gd name="connsiteX9" fmla="*/ 1441450 w 2689225"/>
                <a:gd name="connsiteY9" fmla="*/ 777471 h 1118789"/>
                <a:gd name="connsiteX10" fmla="*/ 1654175 w 2689225"/>
                <a:gd name="connsiteY10" fmla="*/ 825096 h 1118789"/>
                <a:gd name="connsiteX11" fmla="*/ 1930400 w 2689225"/>
                <a:gd name="connsiteY11" fmla="*/ 332971 h 1118789"/>
                <a:gd name="connsiteX12" fmla="*/ 2286000 w 2689225"/>
                <a:gd name="connsiteY12" fmla="*/ 394884 h 1118789"/>
                <a:gd name="connsiteX13" fmla="*/ 2689225 w 2689225"/>
                <a:gd name="connsiteY13" fmla="*/ 894946 h 1118789"/>
                <a:gd name="connsiteX0" fmla="*/ 0 w 2689225"/>
                <a:gd name="connsiteY0" fmla="*/ 1111986 h 1119929"/>
                <a:gd name="connsiteX1" fmla="*/ 241300 w 2689225"/>
                <a:gd name="connsiteY1" fmla="*/ 1111986 h 1119929"/>
                <a:gd name="connsiteX2" fmla="*/ 415925 w 2689225"/>
                <a:gd name="connsiteY2" fmla="*/ 1029436 h 1119929"/>
                <a:gd name="connsiteX3" fmla="*/ 593725 w 2689225"/>
                <a:gd name="connsiteY3" fmla="*/ 816711 h 1119929"/>
                <a:gd name="connsiteX4" fmla="*/ 847725 w 2689225"/>
                <a:gd name="connsiteY4" fmla="*/ 219811 h 1119929"/>
                <a:gd name="connsiteX5" fmla="*/ 930275 w 2689225"/>
                <a:gd name="connsiteY5" fmla="*/ 68998 h 1119929"/>
                <a:gd name="connsiteX6" fmla="*/ 1095375 w 2689225"/>
                <a:gd name="connsiteY6" fmla="*/ 3911 h 1119929"/>
                <a:gd name="connsiteX7" fmla="*/ 1238250 w 2689225"/>
                <a:gd name="connsiteY7" fmla="*/ 169011 h 1119929"/>
                <a:gd name="connsiteX8" fmla="*/ 1336675 w 2689225"/>
                <a:gd name="connsiteY8" fmla="*/ 527786 h 1119929"/>
                <a:gd name="connsiteX9" fmla="*/ 1441450 w 2689225"/>
                <a:gd name="connsiteY9" fmla="*/ 778611 h 1119929"/>
                <a:gd name="connsiteX10" fmla="*/ 1654175 w 2689225"/>
                <a:gd name="connsiteY10" fmla="*/ 826236 h 1119929"/>
                <a:gd name="connsiteX11" fmla="*/ 1930400 w 2689225"/>
                <a:gd name="connsiteY11" fmla="*/ 334111 h 1119929"/>
                <a:gd name="connsiteX12" fmla="*/ 2286000 w 2689225"/>
                <a:gd name="connsiteY12" fmla="*/ 396024 h 1119929"/>
                <a:gd name="connsiteX13" fmla="*/ 2689225 w 2689225"/>
                <a:gd name="connsiteY13" fmla="*/ 896086 h 1119929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3027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2392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3146 h 1121089"/>
                <a:gd name="connsiteX1" fmla="*/ 241300 w 2689225"/>
                <a:gd name="connsiteY1" fmla="*/ 1113146 h 1121089"/>
                <a:gd name="connsiteX2" fmla="*/ 415925 w 2689225"/>
                <a:gd name="connsiteY2" fmla="*/ 1030596 h 1121089"/>
                <a:gd name="connsiteX3" fmla="*/ 593725 w 2689225"/>
                <a:gd name="connsiteY3" fmla="*/ 817871 h 1121089"/>
                <a:gd name="connsiteX4" fmla="*/ 847725 w 2689225"/>
                <a:gd name="connsiteY4" fmla="*/ 220971 h 1121089"/>
                <a:gd name="connsiteX5" fmla="*/ 923925 w 2689225"/>
                <a:gd name="connsiteY5" fmla="*/ 70158 h 1121089"/>
                <a:gd name="connsiteX6" fmla="*/ 1095375 w 2689225"/>
                <a:gd name="connsiteY6" fmla="*/ 5071 h 1121089"/>
                <a:gd name="connsiteX7" fmla="*/ 1238250 w 2689225"/>
                <a:gd name="connsiteY7" fmla="*/ 170171 h 1121089"/>
                <a:gd name="connsiteX8" fmla="*/ 1336675 w 2689225"/>
                <a:gd name="connsiteY8" fmla="*/ 528946 h 1121089"/>
                <a:gd name="connsiteX9" fmla="*/ 1441450 w 2689225"/>
                <a:gd name="connsiteY9" fmla="*/ 779771 h 1121089"/>
                <a:gd name="connsiteX10" fmla="*/ 1654175 w 2689225"/>
                <a:gd name="connsiteY10" fmla="*/ 827396 h 1121089"/>
                <a:gd name="connsiteX11" fmla="*/ 1930400 w 2689225"/>
                <a:gd name="connsiteY11" fmla="*/ 335271 h 1121089"/>
                <a:gd name="connsiteX12" fmla="*/ 2286000 w 2689225"/>
                <a:gd name="connsiteY12" fmla="*/ 397184 h 1121089"/>
                <a:gd name="connsiteX13" fmla="*/ 2689225 w 2689225"/>
                <a:gd name="connsiteY13" fmla="*/ 897246 h 112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89225" h="1121089">
                  <a:moveTo>
                    <a:pt x="0" y="1113146"/>
                  </a:moveTo>
                  <a:cubicBezTo>
                    <a:pt x="85989" y="1120025"/>
                    <a:pt x="171979" y="1126904"/>
                    <a:pt x="241300" y="1113146"/>
                  </a:cubicBezTo>
                  <a:cubicBezTo>
                    <a:pt x="310621" y="1099388"/>
                    <a:pt x="357188" y="1079808"/>
                    <a:pt x="415925" y="1030596"/>
                  </a:cubicBezTo>
                  <a:cubicBezTo>
                    <a:pt x="474663" y="981383"/>
                    <a:pt x="521758" y="952808"/>
                    <a:pt x="593725" y="817871"/>
                  </a:cubicBezTo>
                  <a:cubicBezTo>
                    <a:pt x="665692" y="682934"/>
                    <a:pt x="792692" y="345590"/>
                    <a:pt x="847725" y="220971"/>
                  </a:cubicBezTo>
                  <a:cubicBezTo>
                    <a:pt x="902758" y="96352"/>
                    <a:pt x="885824" y="126780"/>
                    <a:pt x="923925" y="70158"/>
                  </a:cubicBezTo>
                  <a:cubicBezTo>
                    <a:pt x="962026" y="13536"/>
                    <a:pt x="1042988" y="-11598"/>
                    <a:pt x="1095375" y="5071"/>
                  </a:cubicBezTo>
                  <a:cubicBezTo>
                    <a:pt x="1147762" y="21740"/>
                    <a:pt x="1193270" y="52697"/>
                    <a:pt x="1238250" y="170171"/>
                  </a:cubicBezTo>
                  <a:cubicBezTo>
                    <a:pt x="1283230" y="287645"/>
                    <a:pt x="1302808" y="427346"/>
                    <a:pt x="1336675" y="528946"/>
                  </a:cubicBezTo>
                  <a:cubicBezTo>
                    <a:pt x="1370542" y="630546"/>
                    <a:pt x="1382183" y="704629"/>
                    <a:pt x="1441450" y="779771"/>
                  </a:cubicBezTo>
                  <a:cubicBezTo>
                    <a:pt x="1500717" y="854913"/>
                    <a:pt x="1572683" y="901479"/>
                    <a:pt x="1654175" y="827396"/>
                  </a:cubicBezTo>
                  <a:cubicBezTo>
                    <a:pt x="1735667" y="753313"/>
                    <a:pt x="1855259" y="430786"/>
                    <a:pt x="1930400" y="335271"/>
                  </a:cubicBezTo>
                  <a:cubicBezTo>
                    <a:pt x="2005541" y="239756"/>
                    <a:pt x="2083329" y="161705"/>
                    <a:pt x="2286000" y="397184"/>
                  </a:cubicBezTo>
                  <a:cubicBezTo>
                    <a:pt x="2378604" y="505663"/>
                    <a:pt x="2551377" y="754635"/>
                    <a:pt x="2689225" y="897246"/>
                  </a:cubicBezTo>
                </a:path>
              </a:pathLst>
            </a:custGeom>
            <a:noFill/>
            <a:ln w="130175">
              <a:gradFill>
                <a:gsLst>
                  <a:gs pos="55000">
                    <a:srgbClr val="FF0000"/>
                  </a:gs>
                  <a:gs pos="79000">
                    <a:srgbClr val="2577BB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</a:t>
              </a:r>
            </a:p>
          </p:txBody>
        </p:sp>
        <p:grpSp>
          <p:nvGrpSpPr>
            <p:cNvPr id="167" name="Groupe 166">
              <a:extLst>
                <a:ext uri="{FF2B5EF4-FFF2-40B4-BE49-F238E27FC236}">
                  <a16:creationId xmlns:a16="http://schemas.microsoft.com/office/drawing/2014/main" id="{3A90CAA4-9386-5166-E76C-25B4CB8BD5FE}"/>
                </a:ext>
              </a:extLst>
            </p:cNvPr>
            <p:cNvGrpSpPr/>
            <p:nvPr/>
          </p:nvGrpSpPr>
          <p:grpSpPr>
            <a:xfrm>
              <a:off x="2849172" y="1016417"/>
              <a:ext cx="1996864" cy="1615104"/>
              <a:chOff x="5920938" y="2182282"/>
              <a:chExt cx="1996864" cy="1615104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E57FDD04-8177-EA23-BE85-2720007983A5}"/>
                  </a:ext>
                </a:extLst>
              </p:cNvPr>
              <p:cNvSpPr/>
              <p:nvPr/>
            </p:nvSpPr>
            <p:spPr>
              <a:xfrm rot="2652461">
                <a:off x="7193491" y="3272240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F1B48247-F645-E9EF-1BA2-9E38CF1B2665}"/>
                  </a:ext>
                </a:extLst>
              </p:cNvPr>
              <p:cNvSpPr/>
              <p:nvPr/>
            </p:nvSpPr>
            <p:spPr>
              <a:xfrm rot="18861597">
                <a:off x="7126707" y="2899831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170" name="Groupe 169">
                <a:extLst>
                  <a:ext uri="{FF2B5EF4-FFF2-40B4-BE49-F238E27FC236}">
                    <a16:creationId xmlns:a16="http://schemas.microsoft.com/office/drawing/2014/main" id="{E4ADFD85-08D9-B9E9-5E1D-EC3C7654E68F}"/>
                  </a:ext>
                </a:extLst>
              </p:cNvPr>
              <p:cNvGrpSpPr/>
              <p:nvPr/>
            </p:nvGrpSpPr>
            <p:grpSpPr>
              <a:xfrm>
                <a:off x="5920938" y="2182282"/>
                <a:ext cx="1996864" cy="1615104"/>
                <a:chOff x="5920938" y="2182282"/>
                <a:chExt cx="1996864" cy="1615104"/>
              </a:xfrm>
            </p:grpSpPr>
            <p:sp>
              <p:nvSpPr>
                <p:cNvPr id="171" name="Ellipse 170">
                  <a:extLst>
                    <a:ext uri="{FF2B5EF4-FFF2-40B4-BE49-F238E27FC236}">
                      <a16:creationId xmlns:a16="http://schemas.microsoft.com/office/drawing/2014/main" id="{95B44749-1B7E-E5A6-D2CC-415FC8655280}"/>
                    </a:ext>
                  </a:extLst>
                </p:cNvPr>
                <p:cNvSpPr/>
                <p:nvPr/>
              </p:nvSpPr>
              <p:spPr>
                <a:xfrm>
                  <a:off x="6354234" y="2182282"/>
                  <a:ext cx="399600" cy="397933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72" name="Ellipse 171">
                  <a:extLst>
                    <a:ext uri="{FF2B5EF4-FFF2-40B4-BE49-F238E27FC236}">
                      <a16:creationId xmlns:a16="http://schemas.microsoft.com/office/drawing/2014/main" id="{63BB4DA8-555E-196D-8FF6-71B5E31A1106}"/>
                    </a:ext>
                  </a:extLst>
                </p:cNvPr>
                <p:cNvSpPr/>
                <p:nvPr/>
              </p:nvSpPr>
              <p:spPr>
                <a:xfrm>
                  <a:off x="7480827" y="2502022"/>
                  <a:ext cx="409047" cy="407341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3" name="Ellipse 172">
                  <a:extLst>
                    <a:ext uri="{FF2B5EF4-FFF2-40B4-BE49-F238E27FC236}">
                      <a16:creationId xmlns:a16="http://schemas.microsoft.com/office/drawing/2014/main" id="{E2FA86AC-0C3B-4479-EF1A-646C8C871BC4}"/>
                    </a:ext>
                  </a:extLst>
                </p:cNvPr>
                <p:cNvSpPr/>
                <p:nvPr/>
              </p:nvSpPr>
              <p:spPr>
                <a:xfrm>
                  <a:off x="7511002" y="3329387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4" name="Ellipse 173">
                  <a:extLst>
                    <a:ext uri="{FF2B5EF4-FFF2-40B4-BE49-F238E27FC236}">
                      <a16:creationId xmlns:a16="http://schemas.microsoft.com/office/drawing/2014/main" id="{0195B742-D404-8F86-1F1B-FB6704232AEC}"/>
                    </a:ext>
                  </a:extLst>
                </p:cNvPr>
                <p:cNvSpPr/>
                <p:nvPr/>
              </p:nvSpPr>
              <p:spPr>
                <a:xfrm>
                  <a:off x="7000666" y="2927351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5" name="Ellipse 174">
                  <a:extLst>
                    <a:ext uri="{FF2B5EF4-FFF2-40B4-BE49-F238E27FC236}">
                      <a16:creationId xmlns:a16="http://schemas.microsoft.com/office/drawing/2014/main" id="{A8E0BF92-2394-05E6-65A1-543F4010B622}"/>
                    </a:ext>
                  </a:extLst>
                </p:cNvPr>
                <p:cNvSpPr/>
                <p:nvPr/>
              </p:nvSpPr>
              <p:spPr>
                <a:xfrm>
                  <a:off x="6327982" y="3390586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2BDB9464-377D-8A94-C6E5-B5633BEFA524}"/>
                    </a:ext>
                  </a:extLst>
                </p:cNvPr>
                <p:cNvSpPr/>
                <p:nvPr/>
              </p:nvSpPr>
              <p:spPr>
                <a:xfrm rot="2890174">
                  <a:off x="6450539" y="2751248"/>
                  <a:ext cx="926528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153C5381-02BD-F757-8D52-45C60FE28478}"/>
                    </a:ext>
                  </a:extLst>
                </p:cNvPr>
                <p:cNvSpPr/>
                <p:nvPr/>
              </p:nvSpPr>
              <p:spPr>
                <a:xfrm rot="18912334">
                  <a:off x="5920938" y="2656779"/>
                  <a:ext cx="659362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 </a:t>
                  </a:r>
                </a:p>
              </p:txBody>
            </p:sp>
          </p:grpSp>
        </p:grpSp>
        <p:sp>
          <p:nvSpPr>
            <p:cNvPr id="178" name="Forme libre : forme 177">
              <a:extLst>
                <a:ext uri="{FF2B5EF4-FFF2-40B4-BE49-F238E27FC236}">
                  <a16:creationId xmlns:a16="http://schemas.microsoft.com/office/drawing/2014/main" id="{4FEF59F9-B7C7-029A-893F-B9B4DF7BEB4A}"/>
                </a:ext>
              </a:extLst>
            </p:cNvPr>
            <p:cNvSpPr/>
            <p:nvPr/>
          </p:nvSpPr>
          <p:spPr>
            <a:xfrm>
              <a:off x="463315" y="340176"/>
              <a:ext cx="3543794" cy="2806588"/>
            </a:xfrm>
            <a:custGeom>
              <a:avLst/>
              <a:gdLst>
                <a:gd name="connsiteX0" fmla="*/ 293934 w 3543794"/>
                <a:gd name="connsiteY0" fmla="*/ 0 h 2806588"/>
                <a:gd name="connsiteX1" fmla="*/ 3249860 w 3543794"/>
                <a:gd name="connsiteY1" fmla="*/ 0 h 2806588"/>
                <a:gd name="connsiteX2" fmla="*/ 3543794 w 3543794"/>
                <a:gd name="connsiteY2" fmla="*/ 293934 h 2806588"/>
                <a:gd name="connsiteX3" fmla="*/ 3543794 w 3543794"/>
                <a:gd name="connsiteY3" fmla="*/ 1172555 h 2806588"/>
                <a:gd name="connsiteX4" fmla="*/ 3400811 w 3543794"/>
                <a:gd name="connsiteY4" fmla="*/ 1012808 h 2806588"/>
                <a:gd name="connsiteX5" fmla="*/ 3400811 w 3543794"/>
                <a:gd name="connsiteY5" fmla="*/ 353422 h 2806588"/>
                <a:gd name="connsiteX6" fmla="*/ 3199733 w 3543794"/>
                <a:gd name="connsiteY6" fmla="*/ 152344 h 2806588"/>
                <a:gd name="connsiteX7" fmla="*/ 346455 w 3543794"/>
                <a:gd name="connsiteY7" fmla="*/ 152344 h 2806588"/>
                <a:gd name="connsiteX8" fmla="*/ 145377 w 3543794"/>
                <a:gd name="connsiteY8" fmla="*/ 353422 h 2806588"/>
                <a:gd name="connsiteX9" fmla="*/ 145377 w 3543794"/>
                <a:gd name="connsiteY9" fmla="*/ 2453166 h 2806588"/>
                <a:gd name="connsiteX10" fmla="*/ 346455 w 3543794"/>
                <a:gd name="connsiteY10" fmla="*/ 2654244 h 2806588"/>
                <a:gd name="connsiteX11" fmla="*/ 3199733 w 3543794"/>
                <a:gd name="connsiteY11" fmla="*/ 2654244 h 2806588"/>
                <a:gd name="connsiteX12" fmla="*/ 3400811 w 3543794"/>
                <a:gd name="connsiteY12" fmla="*/ 2453166 h 2806588"/>
                <a:gd name="connsiteX13" fmla="*/ 3400811 w 3543794"/>
                <a:gd name="connsiteY13" fmla="*/ 1920315 h 2806588"/>
                <a:gd name="connsiteX14" fmla="*/ 3440550 w 3543794"/>
                <a:gd name="connsiteY14" fmla="*/ 1953102 h 2806588"/>
                <a:gd name="connsiteX15" fmla="*/ 3507197 w 3543794"/>
                <a:gd name="connsiteY15" fmla="*/ 1989277 h 2806588"/>
                <a:gd name="connsiteX16" fmla="*/ 3543794 w 3543794"/>
                <a:gd name="connsiteY16" fmla="*/ 2000637 h 2806588"/>
                <a:gd name="connsiteX17" fmla="*/ 3543794 w 3543794"/>
                <a:gd name="connsiteY17" fmla="*/ 2512654 h 2806588"/>
                <a:gd name="connsiteX18" fmla="*/ 3249860 w 3543794"/>
                <a:gd name="connsiteY18" fmla="*/ 2806588 h 2806588"/>
                <a:gd name="connsiteX19" fmla="*/ 293934 w 3543794"/>
                <a:gd name="connsiteY19" fmla="*/ 2806588 h 2806588"/>
                <a:gd name="connsiteX20" fmla="*/ 0 w 3543794"/>
                <a:gd name="connsiteY20" fmla="*/ 2512654 h 2806588"/>
                <a:gd name="connsiteX21" fmla="*/ 0 w 3543794"/>
                <a:gd name="connsiteY21" fmla="*/ 293934 h 2806588"/>
                <a:gd name="connsiteX22" fmla="*/ 293934 w 3543794"/>
                <a:gd name="connsiteY22" fmla="*/ 0 h 280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43794" h="2806588">
                  <a:moveTo>
                    <a:pt x="293934" y="0"/>
                  </a:moveTo>
                  <a:lnTo>
                    <a:pt x="3249860" y="0"/>
                  </a:lnTo>
                  <a:cubicBezTo>
                    <a:pt x="3412195" y="0"/>
                    <a:pt x="3543794" y="131599"/>
                    <a:pt x="3543794" y="293934"/>
                  </a:cubicBezTo>
                  <a:lnTo>
                    <a:pt x="3543794" y="1172555"/>
                  </a:lnTo>
                  <a:lnTo>
                    <a:pt x="3400811" y="1012808"/>
                  </a:lnTo>
                  <a:lnTo>
                    <a:pt x="3400811" y="353422"/>
                  </a:lnTo>
                  <a:cubicBezTo>
                    <a:pt x="3400811" y="242370"/>
                    <a:pt x="3310785" y="152344"/>
                    <a:pt x="3199733" y="152344"/>
                  </a:cubicBezTo>
                  <a:lnTo>
                    <a:pt x="346455" y="152344"/>
                  </a:lnTo>
                  <a:cubicBezTo>
                    <a:pt x="235403" y="152344"/>
                    <a:pt x="145377" y="242370"/>
                    <a:pt x="145377" y="353422"/>
                  </a:cubicBezTo>
                  <a:lnTo>
                    <a:pt x="145377" y="2453166"/>
                  </a:lnTo>
                  <a:cubicBezTo>
                    <a:pt x="145377" y="2564218"/>
                    <a:pt x="235403" y="2654244"/>
                    <a:pt x="346455" y="2654244"/>
                  </a:cubicBezTo>
                  <a:lnTo>
                    <a:pt x="3199733" y="2654244"/>
                  </a:lnTo>
                  <a:cubicBezTo>
                    <a:pt x="3310785" y="2654244"/>
                    <a:pt x="3400811" y="2564218"/>
                    <a:pt x="3400811" y="2453166"/>
                  </a:cubicBezTo>
                  <a:lnTo>
                    <a:pt x="3400811" y="1920315"/>
                  </a:lnTo>
                  <a:lnTo>
                    <a:pt x="3440550" y="1953102"/>
                  </a:lnTo>
                  <a:cubicBezTo>
                    <a:pt x="3461423" y="1967204"/>
                    <a:pt x="3483726" y="1979350"/>
                    <a:pt x="3507197" y="1989277"/>
                  </a:cubicBezTo>
                  <a:lnTo>
                    <a:pt x="3543794" y="2000637"/>
                  </a:lnTo>
                  <a:lnTo>
                    <a:pt x="3543794" y="2512654"/>
                  </a:lnTo>
                  <a:cubicBezTo>
                    <a:pt x="3543794" y="2674989"/>
                    <a:pt x="3412195" y="2806588"/>
                    <a:pt x="3249860" y="2806588"/>
                  </a:cubicBezTo>
                  <a:lnTo>
                    <a:pt x="293934" y="2806588"/>
                  </a:lnTo>
                  <a:cubicBezTo>
                    <a:pt x="131599" y="2806588"/>
                    <a:pt x="0" y="2674989"/>
                    <a:pt x="0" y="2512654"/>
                  </a:cubicBezTo>
                  <a:lnTo>
                    <a:pt x="0" y="293934"/>
                  </a:lnTo>
                  <a:cubicBezTo>
                    <a:pt x="0" y="131599"/>
                    <a:pt x="131599" y="0"/>
                    <a:pt x="29393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grpSp>
        <p:nvGrpSpPr>
          <p:cNvPr id="180" name="Groupe 179">
            <a:extLst>
              <a:ext uri="{FF2B5EF4-FFF2-40B4-BE49-F238E27FC236}">
                <a16:creationId xmlns:a16="http://schemas.microsoft.com/office/drawing/2014/main" id="{D4F10B4A-6D8C-61FE-3B26-69D7A55A3DEE}"/>
              </a:ext>
            </a:extLst>
          </p:cNvPr>
          <p:cNvGrpSpPr/>
          <p:nvPr/>
        </p:nvGrpSpPr>
        <p:grpSpPr>
          <a:xfrm>
            <a:off x="6890022" y="323243"/>
            <a:ext cx="4562610" cy="2806588"/>
            <a:chOff x="463315" y="340176"/>
            <a:chExt cx="4562610" cy="2806588"/>
          </a:xfrm>
        </p:grpSpPr>
        <p:sp>
          <p:nvSpPr>
            <p:cNvPr id="181" name="Forme libre : forme 180">
              <a:extLst>
                <a:ext uri="{FF2B5EF4-FFF2-40B4-BE49-F238E27FC236}">
                  <a16:creationId xmlns:a16="http://schemas.microsoft.com/office/drawing/2014/main" id="{398D3E36-78AC-F1D8-ED88-DB800729E2C0}"/>
                </a:ext>
              </a:extLst>
            </p:cNvPr>
            <p:cNvSpPr/>
            <p:nvPr/>
          </p:nvSpPr>
          <p:spPr>
            <a:xfrm>
              <a:off x="608585" y="492548"/>
              <a:ext cx="4417340" cy="2501900"/>
            </a:xfrm>
            <a:custGeom>
              <a:avLst/>
              <a:gdLst>
                <a:gd name="connsiteX0" fmla="*/ 201078 w 4417340"/>
                <a:gd name="connsiteY0" fmla="*/ 0 h 2501900"/>
                <a:gd name="connsiteX1" fmla="*/ 3054356 w 4417340"/>
                <a:gd name="connsiteY1" fmla="*/ 0 h 2501900"/>
                <a:gd name="connsiteX2" fmla="*/ 3255434 w 4417340"/>
                <a:gd name="connsiteY2" fmla="*/ 201078 h 2501900"/>
                <a:gd name="connsiteX3" fmla="*/ 3255434 w 4417340"/>
                <a:gd name="connsiteY3" fmla="*/ 859213 h 2501900"/>
                <a:gd name="connsiteX4" fmla="*/ 3459729 w 4417340"/>
                <a:gd name="connsiteY4" fmla="*/ 1087460 h 2501900"/>
                <a:gd name="connsiteX5" fmla="*/ 3514649 w 4417340"/>
                <a:gd name="connsiteY5" fmla="*/ 1081924 h 2501900"/>
                <a:gd name="connsiteX6" fmla="*/ 3593722 w 4417340"/>
                <a:gd name="connsiteY6" fmla="*/ 1089895 h 2501900"/>
                <a:gd name="connsiteX7" fmla="*/ 3605912 w 4417340"/>
                <a:gd name="connsiteY7" fmla="*/ 1093679 h 2501900"/>
                <a:gd name="connsiteX8" fmla="*/ 3601411 w 4417340"/>
                <a:gd name="connsiteY8" fmla="*/ 1049221 h 2501900"/>
                <a:gd name="connsiteX9" fmla="*/ 3995934 w 4417340"/>
                <a:gd name="connsiteY9" fmla="*/ 656344 h 2501900"/>
                <a:gd name="connsiteX10" fmla="*/ 4390457 w 4417340"/>
                <a:gd name="connsiteY10" fmla="*/ 1049221 h 2501900"/>
                <a:gd name="connsiteX11" fmla="*/ 3995934 w 4417340"/>
                <a:gd name="connsiteY11" fmla="*/ 1442098 h 2501900"/>
                <a:gd name="connsiteX12" fmla="*/ 3916424 w 4417340"/>
                <a:gd name="connsiteY12" fmla="*/ 1434116 h 2501900"/>
                <a:gd name="connsiteX13" fmla="*/ 3902522 w 4417340"/>
                <a:gd name="connsiteY13" fmla="*/ 1429819 h 2501900"/>
                <a:gd name="connsiteX14" fmla="*/ 3907004 w 4417340"/>
                <a:gd name="connsiteY14" fmla="*/ 1474279 h 2501900"/>
                <a:gd name="connsiteX15" fmla="*/ 3903910 w 4417340"/>
                <a:gd name="connsiteY15" fmla="*/ 1504969 h 2501900"/>
                <a:gd name="connsiteX16" fmla="*/ 3945912 w 4417340"/>
                <a:gd name="connsiteY16" fmla="*/ 1491931 h 2501900"/>
                <a:gd name="connsiteX17" fmla="*/ 4024985 w 4417340"/>
                <a:gd name="connsiteY17" fmla="*/ 1483960 h 2501900"/>
                <a:gd name="connsiteX18" fmla="*/ 4417340 w 4417340"/>
                <a:gd name="connsiteY18" fmla="*/ 1876315 h 2501900"/>
                <a:gd name="connsiteX19" fmla="*/ 4024985 w 4417340"/>
                <a:gd name="connsiteY19" fmla="*/ 2268670 h 2501900"/>
                <a:gd name="connsiteX20" fmla="*/ 3632630 w 4417340"/>
                <a:gd name="connsiteY20" fmla="*/ 1876315 h 2501900"/>
                <a:gd name="connsiteX21" fmla="*/ 3635724 w 4417340"/>
                <a:gd name="connsiteY21" fmla="*/ 1845625 h 2501900"/>
                <a:gd name="connsiteX22" fmla="*/ 3593722 w 4417340"/>
                <a:gd name="connsiteY22" fmla="*/ 1858663 h 2501900"/>
                <a:gd name="connsiteX23" fmla="*/ 3514649 w 4417340"/>
                <a:gd name="connsiteY23" fmla="*/ 1866634 h 2501900"/>
                <a:gd name="connsiteX24" fmla="*/ 3295280 w 4417340"/>
                <a:gd name="connsiteY24" fmla="*/ 1799626 h 2501900"/>
                <a:gd name="connsiteX25" fmla="*/ 3255434 w 4417340"/>
                <a:gd name="connsiteY25" fmla="*/ 1766751 h 2501900"/>
                <a:gd name="connsiteX26" fmla="*/ 3255434 w 4417340"/>
                <a:gd name="connsiteY26" fmla="*/ 2300822 h 2501900"/>
                <a:gd name="connsiteX27" fmla="*/ 3054356 w 4417340"/>
                <a:gd name="connsiteY27" fmla="*/ 2501900 h 2501900"/>
                <a:gd name="connsiteX28" fmla="*/ 201078 w 4417340"/>
                <a:gd name="connsiteY28" fmla="*/ 2501900 h 2501900"/>
                <a:gd name="connsiteX29" fmla="*/ 0 w 4417340"/>
                <a:gd name="connsiteY29" fmla="*/ 2300822 h 2501900"/>
                <a:gd name="connsiteX30" fmla="*/ 0 w 4417340"/>
                <a:gd name="connsiteY30" fmla="*/ 201078 h 2501900"/>
                <a:gd name="connsiteX31" fmla="*/ 201078 w 4417340"/>
                <a:gd name="connsiteY31" fmla="*/ 0 h 2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340" h="2501900">
                  <a:moveTo>
                    <a:pt x="201078" y="0"/>
                  </a:moveTo>
                  <a:lnTo>
                    <a:pt x="3054356" y="0"/>
                  </a:lnTo>
                  <a:cubicBezTo>
                    <a:pt x="3165408" y="0"/>
                    <a:pt x="3255434" y="90026"/>
                    <a:pt x="3255434" y="201078"/>
                  </a:cubicBezTo>
                  <a:lnTo>
                    <a:pt x="3255434" y="859213"/>
                  </a:lnTo>
                  <a:lnTo>
                    <a:pt x="3459729" y="1087460"/>
                  </a:lnTo>
                  <a:lnTo>
                    <a:pt x="3514649" y="1081924"/>
                  </a:lnTo>
                  <a:cubicBezTo>
                    <a:pt x="3541735" y="1081924"/>
                    <a:pt x="3568181" y="1084669"/>
                    <a:pt x="3593722" y="1089895"/>
                  </a:cubicBezTo>
                  <a:lnTo>
                    <a:pt x="3605912" y="1093679"/>
                  </a:lnTo>
                  <a:lnTo>
                    <a:pt x="3601411" y="1049221"/>
                  </a:lnTo>
                  <a:cubicBezTo>
                    <a:pt x="3601411" y="832241"/>
                    <a:pt x="3778045" y="656344"/>
                    <a:pt x="3995934" y="656344"/>
                  </a:cubicBezTo>
                  <a:cubicBezTo>
                    <a:pt x="4213823" y="656344"/>
                    <a:pt x="4390457" y="832241"/>
                    <a:pt x="4390457" y="1049221"/>
                  </a:cubicBezTo>
                  <a:cubicBezTo>
                    <a:pt x="4390457" y="1266201"/>
                    <a:pt x="4213823" y="1442098"/>
                    <a:pt x="3995934" y="1442098"/>
                  </a:cubicBezTo>
                  <a:cubicBezTo>
                    <a:pt x="3968698" y="1442098"/>
                    <a:pt x="3942107" y="1439350"/>
                    <a:pt x="3916424" y="1434116"/>
                  </a:cubicBezTo>
                  <a:lnTo>
                    <a:pt x="3902522" y="1429819"/>
                  </a:lnTo>
                  <a:lnTo>
                    <a:pt x="3907004" y="1474279"/>
                  </a:lnTo>
                  <a:lnTo>
                    <a:pt x="3903910" y="1504969"/>
                  </a:lnTo>
                  <a:lnTo>
                    <a:pt x="3945912" y="1491931"/>
                  </a:lnTo>
                  <a:cubicBezTo>
                    <a:pt x="3971453" y="1486705"/>
                    <a:pt x="3997899" y="1483960"/>
                    <a:pt x="4024985" y="1483960"/>
                  </a:cubicBezTo>
                  <a:cubicBezTo>
                    <a:pt x="4241677" y="1483960"/>
                    <a:pt x="4417340" y="1659623"/>
                    <a:pt x="4417340" y="1876315"/>
                  </a:cubicBezTo>
                  <a:cubicBezTo>
                    <a:pt x="4417340" y="2093007"/>
                    <a:pt x="4241677" y="2268670"/>
                    <a:pt x="4024985" y="2268670"/>
                  </a:cubicBezTo>
                  <a:cubicBezTo>
                    <a:pt x="3808293" y="2268670"/>
                    <a:pt x="3632630" y="2093007"/>
                    <a:pt x="3632630" y="1876315"/>
                  </a:cubicBezTo>
                  <a:lnTo>
                    <a:pt x="3635724" y="1845625"/>
                  </a:lnTo>
                  <a:lnTo>
                    <a:pt x="3593722" y="1858663"/>
                  </a:lnTo>
                  <a:cubicBezTo>
                    <a:pt x="3568181" y="1863889"/>
                    <a:pt x="3541735" y="1866634"/>
                    <a:pt x="3514649" y="1866634"/>
                  </a:cubicBezTo>
                  <a:cubicBezTo>
                    <a:pt x="3433390" y="1866634"/>
                    <a:pt x="3357900" y="1841932"/>
                    <a:pt x="3295280" y="1799626"/>
                  </a:cubicBezTo>
                  <a:lnTo>
                    <a:pt x="3255434" y="1766751"/>
                  </a:lnTo>
                  <a:lnTo>
                    <a:pt x="3255434" y="2300822"/>
                  </a:lnTo>
                  <a:cubicBezTo>
                    <a:pt x="3255434" y="2411874"/>
                    <a:pt x="3165408" y="2501900"/>
                    <a:pt x="3054356" y="2501900"/>
                  </a:cubicBezTo>
                  <a:lnTo>
                    <a:pt x="201078" y="2501900"/>
                  </a:lnTo>
                  <a:cubicBezTo>
                    <a:pt x="90026" y="2501900"/>
                    <a:pt x="0" y="2411874"/>
                    <a:pt x="0" y="2300822"/>
                  </a:cubicBezTo>
                  <a:lnTo>
                    <a:pt x="0" y="201078"/>
                  </a:lnTo>
                  <a:cubicBezTo>
                    <a:pt x="0" y="90026"/>
                    <a:pt x="90026" y="0"/>
                    <a:pt x="20107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182" name="Forme libre : forme 181">
              <a:extLst>
                <a:ext uri="{FF2B5EF4-FFF2-40B4-BE49-F238E27FC236}">
                  <a16:creationId xmlns:a16="http://schemas.microsoft.com/office/drawing/2014/main" id="{BCB765FE-21F3-C433-7AAA-E98F7A9C68C8}"/>
                </a:ext>
              </a:extLst>
            </p:cNvPr>
            <p:cNvSpPr/>
            <p:nvPr/>
          </p:nvSpPr>
          <p:spPr>
            <a:xfrm>
              <a:off x="600228" y="1419220"/>
              <a:ext cx="2724662" cy="1121089"/>
            </a:xfrm>
            <a:custGeom>
              <a:avLst/>
              <a:gdLst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549400 w 2689225"/>
                <a:gd name="connsiteY12" fmla="*/ 838064 h 1119057"/>
                <a:gd name="connsiteX13" fmla="*/ 1654175 w 2689225"/>
                <a:gd name="connsiteY13" fmla="*/ 825364 h 1119057"/>
                <a:gd name="connsiteX14" fmla="*/ 1822450 w 2689225"/>
                <a:gd name="connsiteY14" fmla="*/ 552314 h 1119057"/>
                <a:gd name="connsiteX15" fmla="*/ 1930400 w 2689225"/>
                <a:gd name="connsiteY15" fmla="*/ 339589 h 1119057"/>
                <a:gd name="connsiteX16" fmla="*/ 2133600 w 2689225"/>
                <a:gd name="connsiteY16" fmla="*/ 244339 h 1119057"/>
                <a:gd name="connsiteX17" fmla="*/ 2320925 w 2689225"/>
                <a:gd name="connsiteY17" fmla="*/ 501514 h 1119057"/>
                <a:gd name="connsiteX18" fmla="*/ 2689225 w 2689225"/>
                <a:gd name="connsiteY18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654175 w 2689225"/>
                <a:gd name="connsiteY12" fmla="*/ 825364 h 1119057"/>
                <a:gd name="connsiteX13" fmla="*/ 1822450 w 2689225"/>
                <a:gd name="connsiteY13" fmla="*/ 552314 h 1119057"/>
                <a:gd name="connsiteX14" fmla="*/ 1930400 w 2689225"/>
                <a:gd name="connsiteY14" fmla="*/ 339589 h 1119057"/>
                <a:gd name="connsiteX15" fmla="*/ 2133600 w 2689225"/>
                <a:gd name="connsiteY15" fmla="*/ 244339 h 1119057"/>
                <a:gd name="connsiteX16" fmla="*/ 2320925 w 2689225"/>
                <a:gd name="connsiteY16" fmla="*/ 501514 h 1119057"/>
                <a:gd name="connsiteX17" fmla="*/ 2689225 w 2689225"/>
                <a:gd name="connsiteY17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847725 w 2689225"/>
                <a:gd name="connsiteY4" fmla="*/ 218939 h 1119057"/>
                <a:gd name="connsiteX5" fmla="*/ 930275 w 2689225"/>
                <a:gd name="connsiteY5" fmla="*/ 72889 h 1119057"/>
                <a:gd name="connsiteX6" fmla="*/ 1095375 w 2689225"/>
                <a:gd name="connsiteY6" fmla="*/ 3039 h 1119057"/>
                <a:gd name="connsiteX7" fmla="*/ 1238250 w 2689225"/>
                <a:gd name="connsiteY7" fmla="*/ 168139 h 1119057"/>
                <a:gd name="connsiteX8" fmla="*/ 1336675 w 2689225"/>
                <a:gd name="connsiteY8" fmla="*/ 526914 h 1119057"/>
                <a:gd name="connsiteX9" fmla="*/ 1441450 w 2689225"/>
                <a:gd name="connsiteY9" fmla="*/ 777739 h 1119057"/>
                <a:gd name="connsiteX10" fmla="*/ 1527175 w 2689225"/>
                <a:gd name="connsiteY10" fmla="*/ 847589 h 1119057"/>
                <a:gd name="connsiteX11" fmla="*/ 1654175 w 2689225"/>
                <a:gd name="connsiteY11" fmla="*/ 825364 h 1119057"/>
                <a:gd name="connsiteX12" fmla="*/ 1822450 w 2689225"/>
                <a:gd name="connsiteY12" fmla="*/ 552314 h 1119057"/>
                <a:gd name="connsiteX13" fmla="*/ 1930400 w 2689225"/>
                <a:gd name="connsiteY13" fmla="*/ 339589 h 1119057"/>
                <a:gd name="connsiteX14" fmla="*/ 2133600 w 2689225"/>
                <a:gd name="connsiteY14" fmla="*/ 244339 h 1119057"/>
                <a:gd name="connsiteX15" fmla="*/ 2320925 w 2689225"/>
                <a:gd name="connsiteY15" fmla="*/ 501514 h 1119057"/>
                <a:gd name="connsiteX16" fmla="*/ 2689225 w 2689225"/>
                <a:gd name="connsiteY16" fmla="*/ 895214 h 1119057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1610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133600 w 2689225"/>
                <a:gd name="connsiteY12" fmla="*/ 244077 h 1118795"/>
                <a:gd name="connsiteX13" fmla="*/ 2320925 w 2689225"/>
                <a:gd name="connsiteY13" fmla="*/ 501252 h 1118795"/>
                <a:gd name="connsiteX14" fmla="*/ 2689225 w 2689225"/>
                <a:gd name="connsiteY14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320925 w 2689225"/>
                <a:gd name="connsiteY12" fmla="*/ 501252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1290 h 1119233"/>
                <a:gd name="connsiteX1" fmla="*/ 241300 w 2689225"/>
                <a:gd name="connsiteY1" fmla="*/ 1111290 h 1119233"/>
                <a:gd name="connsiteX2" fmla="*/ 415925 w 2689225"/>
                <a:gd name="connsiteY2" fmla="*/ 1028740 h 1119233"/>
                <a:gd name="connsiteX3" fmla="*/ 593725 w 2689225"/>
                <a:gd name="connsiteY3" fmla="*/ 816015 h 1119233"/>
                <a:gd name="connsiteX4" fmla="*/ 847725 w 2689225"/>
                <a:gd name="connsiteY4" fmla="*/ 219115 h 1119233"/>
                <a:gd name="connsiteX5" fmla="*/ 930275 w 2689225"/>
                <a:gd name="connsiteY5" fmla="*/ 68302 h 1119233"/>
                <a:gd name="connsiteX6" fmla="*/ 1095375 w 2689225"/>
                <a:gd name="connsiteY6" fmla="*/ 3215 h 1119233"/>
                <a:gd name="connsiteX7" fmla="*/ 1238250 w 2689225"/>
                <a:gd name="connsiteY7" fmla="*/ 168315 h 1119233"/>
                <a:gd name="connsiteX8" fmla="*/ 1336675 w 2689225"/>
                <a:gd name="connsiteY8" fmla="*/ 527090 h 1119233"/>
                <a:gd name="connsiteX9" fmla="*/ 1441450 w 2689225"/>
                <a:gd name="connsiteY9" fmla="*/ 777915 h 1119233"/>
                <a:gd name="connsiteX10" fmla="*/ 1654175 w 2689225"/>
                <a:gd name="connsiteY10" fmla="*/ 825540 h 1119233"/>
                <a:gd name="connsiteX11" fmla="*/ 1930400 w 2689225"/>
                <a:gd name="connsiteY11" fmla="*/ 333415 h 1119233"/>
                <a:gd name="connsiteX12" fmla="*/ 2286000 w 2689225"/>
                <a:gd name="connsiteY12" fmla="*/ 395328 h 1119233"/>
                <a:gd name="connsiteX13" fmla="*/ 2689225 w 2689225"/>
                <a:gd name="connsiteY13" fmla="*/ 895390 h 1119233"/>
                <a:gd name="connsiteX0" fmla="*/ 0 w 2689225"/>
                <a:gd name="connsiteY0" fmla="*/ 1110846 h 1118789"/>
                <a:gd name="connsiteX1" fmla="*/ 241300 w 2689225"/>
                <a:gd name="connsiteY1" fmla="*/ 1110846 h 1118789"/>
                <a:gd name="connsiteX2" fmla="*/ 415925 w 2689225"/>
                <a:gd name="connsiteY2" fmla="*/ 1028296 h 1118789"/>
                <a:gd name="connsiteX3" fmla="*/ 593725 w 2689225"/>
                <a:gd name="connsiteY3" fmla="*/ 815571 h 1118789"/>
                <a:gd name="connsiteX4" fmla="*/ 847725 w 2689225"/>
                <a:gd name="connsiteY4" fmla="*/ 218671 h 1118789"/>
                <a:gd name="connsiteX5" fmla="*/ 930275 w 2689225"/>
                <a:gd name="connsiteY5" fmla="*/ 67858 h 1118789"/>
                <a:gd name="connsiteX6" fmla="*/ 1095375 w 2689225"/>
                <a:gd name="connsiteY6" fmla="*/ 2771 h 1118789"/>
                <a:gd name="connsiteX7" fmla="*/ 1238250 w 2689225"/>
                <a:gd name="connsiteY7" fmla="*/ 167871 h 1118789"/>
                <a:gd name="connsiteX8" fmla="*/ 1336675 w 2689225"/>
                <a:gd name="connsiteY8" fmla="*/ 526646 h 1118789"/>
                <a:gd name="connsiteX9" fmla="*/ 1441450 w 2689225"/>
                <a:gd name="connsiteY9" fmla="*/ 777471 h 1118789"/>
                <a:gd name="connsiteX10" fmla="*/ 1654175 w 2689225"/>
                <a:gd name="connsiteY10" fmla="*/ 825096 h 1118789"/>
                <a:gd name="connsiteX11" fmla="*/ 1930400 w 2689225"/>
                <a:gd name="connsiteY11" fmla="*/ 332971 h 1118789"/>
                <a:gd name="connsiteX12" fmla="*/ 2286000 w 2689225"/>
                <a:gd name="connsiteY12" fmla="*/ 394884 h 1118789"/>
                <a:gd name="connsiteX13" fmla="*/ 2689225 w 2689225"/>
                <a:gd name="connsiteY13" fmla="*/ 894946 h 1118789"/>
                <a:gd name="connsiteX0" fmla="*/ 0 w 2689225"/>
                <a:gd name="connsiteY0" fmla="*/ 1111986 h 1119929"/>
                <a:gd name="connsiteX1" fmla="*/ 241300 w 2689225"/>
                <a:gd name="connsiteY1" fmla="*/ 1111986 h 1119929"/>
                <a:gd name="connsiteX2" fmla="*/ 415925 w 2689225"/>
                <a:gd name="connsiteY2" fmla="*/ 1029436 h 1119929"/>
                <a:gd name="connsiteX3" fmla="*/ 593725 w 2689225"/>
                <a:gd name="connsiteY3" fmla="*/ 816711 h 1119929"/>
                <a:gd name="connsiteX4" fmla="*/ 847725 w 2689225"/>
                <a:gd name="connsiteY4" fmla="*/ 219811 h 1119929"/>
                <a:gd name="connsiteX5" fmla="*/ 930275 w 2689225"/>
                <a:gd name="connsiteY5" fmla="*/ 68998 h 1119929"/>
                <a:gd name="connsiteX6" fmla="*/ 1095375 w 2689225"/>
                <a:gd name="connsiteY6" fmla="*/ 3911 h 1119929"/>
                <a:gd name="connsiteX7" fmla="*/ 1238250 w 2689225"/>
                <a:gd name="connsiteY7" fmla="*/ 169011 h 1119929"/>
                <a:gd name="connsiteX8" fmla="*/ 1336675 w 2689225"/>
                <a:gd name="connsiteY8" fmla="*/ 527786 h 1119929"/>
                <a:gd name="connsiteX9" fmla="*/ 1441450 w 2689225"/>
                <a:gd name="connsiteY9" fmla="*/ 778611 h 1119929"/>
                <a:gd name="connsiteX10" fmla="*/ 1654175 w 2689225"/>
                <a:gd name="connsiteY10" fmla="*/ 826236 h 1119929"/>
                <a:gd name="connsiteX11" fmla="*/ 1930400 w 2689225"/>
                <a:gd name="connsiteY11" fmla="*/ 334111 h 1119929"/>
                <a:gd name="connsiteX12" fmla="*/ 2286000 w 2689225"/>
                <a:gd name="connsiteY12" fmla="*/ 396024 h 1119929"/>
                <a:gd name="connsiteX13" fmla="*/ 2689225 w 2689225"/>
                <a:gd name="connsiteY13" fmla="*/ 896086 h 1119929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3027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2392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3146 h 1121089"/>
                <a:gd name="connsiteX1" fmla="*/ 241300 w 2689225"/>
                <a:gd name="connsiteY1" fmla="*/ 1113146 h 1121089"/>
                <a:gd name="connsiteX2" fmla="*/ 415925 w 2689225"/>
                <a:gd name="connsiteY2" fmla="*/ 1030596 h 1121089"/>
                <a:gd name="connsiteX3" fmla="*/ 593725 w 2689225"/>
                <a:gd name="connsiteY3" fmla="*/ 817871 h 1121089"/>
                <a:gd name="connsiteX4" fmla="*/ 847725 w 2689225"/>
                <a:gd name="connsiteY4" fmla="*/ 220971 h 1121089"/>
                <a:gd name="connsiteX5" fmla="*/ 923925 w 2689225"/>
                <a:gd name="connsiteY5" fmla="*/ 70158 h 1121089"/>
                <a:gd name="connsiteX6" fmla="*/ 1095375 w 2689225"/>
                <a:gd name="connsiteY6" fmla="*/ 5071 h 1121089"/>
                <a:gd name="connsiteX7" fmla="*/ 1238250 w 2689225"/>
                <a:gd name="connsiteY7" fmla="*/ 170171 h 1121089"/>
                <a:gd name="connsiteX8" fmla="*/ 1336675 w 2689225"/>
                <a:gd name="connsiteY8" fmla="*/ 528946 h 1121089"/>
                <a:gd name="connsiteX9" fmla="*/ 1441450 w 2689225"/>
                <a:gd name="connsiteY9" fmla="*/ 779771 h 1121089"/>
                <a:gd name="connsiteX10" fmla="*/ 1654175 w 2689225"/>
                <a:gd name="connsiteY10" fmla="*/ 827396 h 1121089"/>
                <a:gd name="connsiteX11" fmla="*/ 1930400 w 2689225"/>
                <a:gd name="connsiteY11" fmla="*/ 335271 h 1121089"/>
                <a:gd name="connsiteX12" fmla="*/ 2286000 w 2689225"/>
                <a:gd name="connsiteY12" fmla="*/ 397184 h 1121089"/>
                <a:gd name="connsiteX13" fmla="*/ 2689225 w 2689225"/>
                <a:gd name="connsiteY13" fmla="*/ 897246 h 112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89225" h="1121089">
                  <a:moveTo>
                    <a:pt x="0" y="1113146"/>
                  </a:moveTo>
                  <a:cubicBezTo>
                    <a:pt x="85989" y="1120025"/>
                    <a:pt x="171979" y="1126904"/>
                    <a:pt x="241300" y="1113146"/>
                  </a:cubicBezTo>
                  <a:cubicBezTo>
                    <a:pt x="310621" y="1099388"/>
                    <a:pt x="357188" y="1079808"/>
                    <a:pt x="415925" y="1030596"/>
                  </a:cubicBezTo>
                  <a:cubicBezTo>
                    <a:pt x="474663" y="981383"/>
                    <a:pt x="521758" y="952808"/>
                    <a:pt x="593725" y="817871"/>
                  </a:cubicBezTo>
                  <a:cubicBezTo>
                    <a:pt x="665692" y="682934"/>
                    <a:pt x="792692" y="345590"/>
                    <a:pt x="847725" y="220971"/>
                  </a:cubicBezTo>
                  <a:cubicBezTo>
                    <a:pt x="902758" y="96352"/>
                    <a:pt x="885824" y="126780"/>
                    <a:pt x="923925" y="70158"/>
                  </a:cubicBezTo>
                  <a:cubicBezTo>
                    <a:pt x="962026" y="13536"/>
                    <a:pt x="1042988" y="-11598"/>
                    <a:pt x="1095375" y="5071"/>
                  </a:cubicBezTo>
                  <a:cubicBezTo>
                    <a:pt x="1147762" y="21740"/>
                    <a:pt x="1193270" y="52697"/>
                    <a:pt x="1238250" y="170171"/>
                  </a:cubicBezTo>
                  <a:cubicBezTo>
                    <a:pt x="1283230" y="287645"/>
                    <a:pt x="1302808" y="427346"/>
                    <a:pt x="1336675" y="528946"/>
                  </a:cubicBezTo>
                  <a:cubicBezTo>
                    <a:pt x="1370542" y="630546"/>
                    <a:pt x="1382183" y="704629"/>
                    <a:pt x="1441450" y="779771"/>
                  </a:cubicBezTo>
                  <a:cubicBezTo>
                    <a:pt x="1500717" y="854913"/>
                    <a:pt x="1572683" y="901479"/>
                    <a:pt x="1654175" y="827396"/>
                  </a:cubicBezTo>
                  <a:cubicBezTo>
                    <a:pt x="1735667" y="753313"/>
                    <a:pt x="1855259" y="430786"/>
                    <a:pt x="1930400" y="335271"/>
                  </a:cubicBezTo>
                  <a:cubicBezTo>
                    <a:pt x="2005541" y="239756"/>
                    <a:pt x="2083329" y="161705"/>
                    <a:pt x="2286000" y="397184"/>
                  </a:cubicBezTo>
                  <a:cubicBezTo>
                    <a:pt x="2378604" y="505663"/>
                    <a:pt x="2551377" y="754635"/>
                    <a:pt x="2689225" y="897246"/>
                  </a:cubicBezTo>
                </a:path>
              </a:pathLst>
            </a:custGeom>
            <a:noFill/>
            <a:ln w="130175">
              <a:gradFill>
                <a:gsLst>
                  <a:gs pos="55000">
                    <a:srgbClr val="FF0000"/>
                  </a:gs>
                  <a:gs pos="79000">
                    <a:srgbClr val="2577BB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</a:t>
              </a:r>
            </a:p>
          </p:txBody>
        </p:sp>
        <p:grpSp>
          <p:nvGrpSpPr>
            <p:cNvPr id="183" name="Groupe 182">
              <a:extLst>
                <a:ext uri="{FF2B5EF4-FFF2-40B4-BE49-F238E27FC236}">
                  <a16:creationId xmlns:a16="http://schemas.microsoft.com/office/drawing/2014/main" id="{6672112C-4F56-71FA-8807-3C16258761B0}"/>
                </a:ext>
              </a:extLst>
            </p:cNvPr>
            <p:cNvGrpSpPr/>
            <p:nvPr/>
          </p:nvGrpSpPr>
          <p:grpSpPr>
            <a:xfrm>
              <a:off x="2849172" y="1016417"/>
              <a:ext cx="1996864" cy="1615104"/>
              <a:chOff x="5920938" y="2182282"/>
              <a:chExt cx="1996864" cy="1615104"/>
            </a:xfrm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CE9FF4D4-60CF-0021-5A05-92A3ED718FB2}"/>
                  </a:ext>
                </a:extLst>
              </p:cNvPr>
              <p:cNvSpPr/>
              <p:nvPr/>
            </p:nvSpPr>
            <p:spPr>
              <a:xfrm rot="2652461">
                <a:off x="7193491" y="3272240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2562D196-D5D3-C412-9B08-7049AB2BFFA5}"/>
                  </a:ext>
                </a:extLst>
              </p:cNvPr>
              <p:cNvSpPr/>
              <p:nvPr/>
            </p:nvSpPr>
            <p:spPr>
              <a:xfrm rot="18861597">
                <a:off x="7126707" y="2899831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187" name="Groupe 186">
                <a:extLst>
                  <a:ext uri="{FF2B5EF4-FFF2-40B4-BE49-F238E27FC236}">
                    <a16:creationId xmlns:a16="http://schemas.microsoft.com/office/drawing/2014/main" id="{6F5FD115-6CE1-B919-CD48-797F103C5AFE}"/>
                  </a:ext>
                </a:extLst>
              </p:cNvPr>
              <p:cNvGrpSpPr/>
              <p:nvPr/>
            </p:nvGrpSpPr>
            <p:grpSpPr>
              <a:xfrm>
                <a:off x="5920938" y="2182282"/>
                <a:ext cx="1996864" cy="1615104"/>
                <a:chOff x="5920938" y="2182282"/>
                <a:chExt cx="1996864" cy="1615104"/>
              </a:xfrm>
            </p:grpSpPr>
            <p:sp>
              <p:nvSpPr>
                <p:cNvPr id="188" name="Ellipse 187">
                  <a:extLst>
                    <a:ext uri="{FF2B5EF4-FFF2-40B4-BE49-F238E27FC236}">
                      <a16:creationId xmlns:a16="http://schemas.microsoft.com/office/drawing/2014/main" id="{24509816-B496-1F6C-7BDA-B85CF8E3ACA5}"/>
                    </a:ext>
                  </a:extLst>
                </p:cNvPr>
                <p:cNvSpPr/>
                <p:nvPr/>
              </p:nvSpPr>
              <p:spPr>
                <a:xfrm>
                  <a:off x="6354234" y="2182282"/>
                  <a:ext cx="399600" cy="397933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89" name="Ellipse 188">
                  <a:extLst>
                    <a:ext uri="{FF2B5EF4-FFF2-40B4-BE49-F238E27FC236}">
                      <a16:creationId xmlns:a16="http://schemas.microsoft.com/office/drawing/2014/main" id="{1E62D52E-DEA5-46D6-9F31-201F43F50729}"/>
                    </a:ext>
                  </a:extLst>
                </p:cNvPr>
                <p:cNvSpPr/>
                <p:nvPr/>
              </p:nvSpPr>
              <p:spPr>
                <a:xfrm>
                  <a:off x="7480827" y="2502022"/>
                  <a:ext cx="409047" cy="407341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0" name="Ellipse 189">
                  <a:extLst>
                    <a:ext uri="{FF2B5EF4-FFF2-40B4-BE49-F238E27FC236}">
                      <a16:creationId xmlns:a16="http://schemas.microsoft.com/office/drawing/2014/main" id="{AFA3B41B-878F-4726-15C3-D5E30F8495DA}"/>
                    </a:ext>
                  </a:extLst>
                </p:cNvPr>
                <p:cNvSpPr/>
                <p:nvPr/>
              </p:nvSpPr>
              <p:spPr>
                <a:xfrm>
                  <a:off x="7511002" y="3329387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1" name="Ellipse 190">
                  <a:extLst>
                    <a:ext uri="{FF2B5EF4-FFF2-40B4-BE49-F238E27FC236}">
                      <a16:creationId xmlns:a16="http://schemas.microsoft.com/office/drawing/2014/main" id="{11CDD794-7327-CDDD-9366-8CFCBF78D37A}"/>
                    </a:ext>
                  </a:extLst>
                </p:cNvPr>
                <p:cNvSpPr/>
                <p:nvPr/>
              </p:nvSpPr>
              <p:spPr>
                <a:xfrm>
                  <a:off x="7000666" y="2927351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2" name="Ellipse 191">
                  <a:extLst>
                    <a:ext uri="{FF2B5EF4-FFF2-40B4-BE49-F238E27FC236}">
                      <a16:creationId xmlns:a16="http://schemas.microsoft.com/office/drawing/2014/main" id="{EE5805F2-ECAD-A6FF-536A-73F2AB076C16}"/>
                    </a:ext>
                  </a:extLst>
                </p:cNvPr>
                <p:cNvSpPr/>
                <p:nvPr/>
              </p:nvSpPr>
              <p:spPr>
                <a:xfrm>
                  <a:off x="6327982" y="3390586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96F0823A-661F-69E0-1867-71AEA154F47F}"/>
                    </a:ext>
                  </a:extLst>
                </p:cNvPr>
                <p:cNvSpPr/>
                <p:nvPr/>
              </p:nvSpPr>
              <p:spPr>
                <a:xfrm rot="2890174">
                  <a:off x="6450539" y="2751248"/>
                  <a:ext cx="926528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D0854221-9536-9E66-8BBA-64CE48A68EE7}"/>
                    </a:ext>
                  </a:extLst>
                </p:cNvPr>
                <p:cNvSpPr/>
                <p:nvPr/>
              </p:nvSpPr>
              <p:spPr>
                <a:xfrm rot="18912334">
                  <a:off x="5920938" y="2656779"/>
                  <a:ext cx="659362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 </a:t>
                  </a:r>
                </a:p>
              </p:txBody>
            </p:sp>
          </p:grpSp>
        </p:grpSp>
        <p:sp>
          <p:nvSpPr>
            <p:cNvPr id="184" name="Forme libre : forme 183">
              <a:extLst>
                <a:ext uri="{FF2B5EF4-FFF2-40B4-BE49-F238E27FC236}">
                  <a16:creationId xmlns:a16="http://schemas.microsoft.com/office/drawing/2014/main" id="{800C7235-4ABF-F0FC-C780-D6467450F7A5}"/>
                </a:ext>
              </a:extLst>
            </p:cNvPr>
            <p:cNvSpPr/>
            <p:nvPr/>
          </p:nvSpPr>
          <p:spPr>
            <a:xfrm>
              <a:off x="463315" y="340176"/>
              <a:ext cx="3543794" cy="2806588"/>
            </a:xfrm>
            <a:custGeom>
              <a:avLst/>
              <a:gdLst>
                <a:gd name="connsiteX0" fmla="*/ 293934 w 3543794"/>
                <a:gd name="connsiteY0" fmla="*/ 0 h 2806588"/>
                <a:gd name="connsiteX1" fmla="*/ 3249860 w 3543794"/>
                <a:gd name="connsiteY1" fmla="*/ 0 h 2806588"/>
                <a:gd name="connsiteX2" fmla="*/ 3543794 w 3543794"/>
                <a:gd name="connsiteY2" fmla="*/ 293934 h 2806588"/>
                <a:gd name="connsiteX3" fmla="*/ 3543794 w 3543794"/>
                <a:gd name="connsiteY3" fmla="*/ 1172555 h 2806588"/>
                <a:gd name="connsiteX4" fmla="*/ 3400811 w 3543794"/>
                <a:gd name="connsiteY4" fmla="*/ 1012808 h 2806588"/>
                <a:gd name="connsiteX5" fmla="*/ 3400811 w 3543794"/>
                <a:gd name="connsiteY5" fmla="*/ 353422 h 2806588"/>
                <a:gd name="connsiteX6" fmla="*/ 3199733 w 3543794"/>
                <a:gd name="connsiteY6" fmla="*/ 152344 h 2806588"/>
                <a:gd name="connsiteX7" fmla="*/ 346455 w 3543794"/>
                <a:gd name="connsiteY7" fmla="*/ 152344 h 2806588"/>
                <a:gd name="connsiteX8" fmla="*/ 145377 w 3543794"/>
                <a:gd name="connsiteY8" fmla="*/ 353422 h 2806588"/>
                <a:gd name="connsiteX9" fmla="*/ 145377 w 3543794"/>
                <a:gd name="connsiteY9" fmla="*/ 2453166 h 2806588"/>
                <a:gd name="connsiteX10" fmla="*/ 346455 w 3543794"/>
                <a:gd name="connsiteY10" fmla="*/ 2654244 h 2806588"/>
                <a:gd name="connsiteX11" fmla="*/ 3199733 w 3543794"/>
                <a:gd name="connsiteY11" fmla="*/ 2654244 h 2806588"/>
                <a:gd name="connsiteX12" fmla="*/ 3400811 w 3543794"/>
                <a:gd name="connsiteY12" fmla="*/ 2453166 h 2806588"/>
                <a:gd name="connsiteX13" fmla="*/ 3400811 w 3543794"/>
                <a:gd name="connsiteY13" fmla="*/ 1920315 h 2806588"/>
                <a:gd name="connsiteX14" fmla="*/ 3440550 w 3543794"/>
                <a:gd name="connsiteY14" fmla="*/ 1953102 h 2806588"/>
                <a:gd name="connsiteX15" fmla="*/ 3507197 w 3543794"/>
                <a:gd name="connsiteY15" fmla="*/ 1989277 h 2806588"/>
                <a:gd name="connsiteX16" fmla="*/ 3543794 w 3543794"/>
                <a:gd name="connsiteY16" fmla="*/ 2000637 h 2806588"/>
                <a:gd name="connsiteX17" fmla="*/ 3543794 w 3543794"/>
                <a:gd name="connsiteY17" fmla="*/ 2512654 h 2806588"/>
                <a:gd name="connsiteX18" fmla="*/ 3249860 w 3543794"/>
                <a:gd name="connsiteY18" fmla="*/ 2806588 h 2806588"/>
                <a:gd name="connsiteX19" fmla="*/ 293934 w 3543794"/>
                <a:gd name="connsiteY19" fmla="*/ 2806588 h 2806588"/>
                <a:gd name="connsiteX20" fmla="*/ 0 w 3543794"/>
                <a:gd name="connsiteY20" fmla="*/ 2512654 h 2806588"/>
                <a:gd name="connsiteX21" fmla="*/ 0 w 3543794"/>
                <a:gd name="connsiteY21" fmla="*/ 293934 h 2806588"/>
                <a:gd name="connsiteX22" fmla="*/ 293934 w 3543794"/>
                <a:gd name="connsiteY22" fmla="*/ 0 h 280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43794" h="2806588">
                  <a:moveTo>
                    <a:pt x="293934" y="0"/>
                  </a:moveTo>
                  <a:lnTo>
                    <a:pt x="3249860" y="0"/>
                  </a:lnTo>
                  <a:cubicBezTo>
                    <a:pt x="3412195" y="0"/>
                    <a:pt x="3543794" y="131599"/>
                    <a:pt x="3543794" y="293934"/>
                  </a:cubicBezTo>
                  <a:lnTo>
                    <a:pt x="3543794" y="1172555"/>
                  </a:lnTo>
                  <a:lnTo>
                    <a:pt x="3400811" y="1012808"/>
                  </a:lnTo>
                  <a:lnTo>
                    <a:pt x="3400811" y="353422"/>
                  </a:lnTo>
                  <a:cubicBezTo>
                    <a:pt x="3400811" y="242370"/>
                    <a:pt x="3310785" y="152344"/>
                    <a:pt x="3199733" y="152344"/>
                  </a:cubicBezTo>
                  <a:lnTo>
                    <a:pt x="346455" y="152344"/>
                  </a:lnTo>
                  <a:cubicBezTo>
                    <a:pt x="235403" y="152344"/>
                    <a:pt x="145377" y="242370"/>
                    <a:pt x="145377" y="353422"/>
                  </a:cubicBezTo>
                  <a:lnTo>
                    <a:pt x="145377" y="2453166"/>
                  </a:lnTo>
                  <a:cubicBezTo>
                    <a:pt x="145377" y="2564218"/>
                    <a:pt x="235403" y="2654244"/>
                    <a:pt x="346455" y="2654244"/>
                  </a:cubicBezTo>
                  <a:lnTo>
                    <a:pt x="3199733" y="2654244"/>
                  </a:lnTo>
                  <a:cubicBezTo>
                    <a:pt x="3310785" y="2654244"/>
                    <a:pt x="3400811" y="2564218"/>
                    <a:pt x="3400811" y="2453166"/>
                  </a:cubicBezTo>
                  <a:lnTo>
                    <a:pt x="3400811" y="1920315"/>
                  </a:lnTo>
                  <a:lnTo>
                    <a:pt x="3440550" y="1953102"/>
                  </a:lnTo>
                  <a:cubicBezTo>
                    <a:pt x="3461423" y="1967204"/>
                    <a:pt x="3483726" y="1979350"/>
                    <a:pt x="3507197" y="1989277"/>
                  </a:cubicBezTo>
                  <a:lnTo>
                    <a:pt x="3543794" y="2000637"/>
                  </a:lnTo>
                  <a:lnTo>
                    <a:pt x="3543794" y="2512654"/>
                  </a:lnTo>
                  <a:cubicBezTo>
                    <a:pt x="3543794" y="2674989"/>
                    <a:pt x="3412195" y="2806588"/>
                    <a:pt x="3249860" y="2806588"/>
                  </a:cubicBezTo>
                  <a:lnTo>
                    <a:pt x="293934" y="2806588"/>
                  </a:lnTo>
                  <a:cubicBezTo>
                    <a:pt x="131599" y="2806588"/>
                    <a:pt x="0" y="2674989"/>
                    <a:pt x="0" y="2512654"/>
                  </a:cubicBezTo>
                  <a:lnTo>
                    <a:pt x="0" y="293934"/>
                  </a:lnTo>
                  <a:cubicBezTo>
                    <a:pt x="0" y="131599"/>
                    <a:pt x="131599" y="0"/>
                    <a:pt x="29393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grpSp>
        <p:nvGrpSpPr>
          <p:cNvPr id="196" name="Groupe 195">
            <a:extLst>
              <a:ext uri="{FF2B5EF4-FFF2-40B4-BE49-F238E27FC236}">
                <a16:creationId xmlns:a16="http://schemas.microsoft.com/office/drawing/2014/main" id="{F1F510A7-9097-F708-E6B4-611F12AF5393}"/>
              </a:ext>
            </a:extLst>
          </p:cNvPr>
          <p:cNvGrpSpPr/>
          <p:nvPr/>
        </p:nvGrpSpPr>
        <p:grpSpPr>
          <a:xfrm>
            <a:off x="422751" y="2813943"/>
            <a:ext cx="4993880" cy="1862048"/>
            <a:chOff x="5562993" y="4114780"/>
            <a:chExt cx="4993880" cy="1862048"/>
          </a:xfrm>
        </p:grpSpPr>
        <p:sp>
          <p:nvSpPr>
            <p:cNvPr id="197" name="ZoneTexte 196">
              <a:extLst>
                <a:ext uri="{FF2B5EF4-FFF2-40B4-BE49-F238E27FC236}">
                  <a16:creationId xmlns:a16="http://schemas.microsoft.com/office/drawing/2014/main" id="{87BCB81B-8106-AC9C-B601-7CB4AA31CCB5}"/>
                </a:ext>
              </a:extLst>
            </p:cNvPr>
            <p:cNvSpPr txBox="1"/>
            <p:nvPr/>
          </p:nvSpPr>
          <p:spPr>
            <a:xfrm>
              <a:off x="7974150" y="4114780"/>
              <a:ext cx="1164287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500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11500" dirty="0">
                <a:ln w="3175">
                  <a:solidFill>
                    <a:schemeClr val="bg1"/>
                  </a:solidFill>
                </a:ln>
                <a:latin typeface="Arial Rounded MT Bold" panose="020F0704030504030204" pitchFamily="34" charset="0"/>
              </a:endParaRPr>
            </a:p>
          </p:txBody>
        </p:sp>
        <p:sp>
          <p:nvSpPr>
            <p:cNvPr id="198" name="ZoneTexte 197">
              <a:extLst>
                <a:ext uri="{FF2B5EF4-FFF2-40B4-BE49-F238E27FC236}">
                  <a16:creationId xmlns:a16="http://schemas.microsoft.com/office/drawing/2014/main" id="{B2D12F71-23FF-577F-25A5-9502986BE617}"/>
                </a:ext>
              </a:extLst>
            </p:cNvPr>
            <p:cNvSpPr txBox="1"/>
            <p:nvPr/>
          </p:nvSpPr>
          <p:spPr>
            <a:xfrm>
              <a:off x="5562993" y="4297698"/>
              <a:ext cx="2616965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9600" dirty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nirs</a:t>
              </a:r>
              <a:endParaRPr lang="fr-FR" dirty="0">
                <a:ln w="3175">
                  <a:solidFill>
                    <a:schemeClr val="bg1"/>
                  </a:solidFill>
                </a:ln>
                <a:solidFill>
                  <a:srgbClr val="2577BB"/>
                </a:solidFill>
              </a:endParaRPr>
            </a:p>
          </p:txBody>
        </p:sp>
        <p:sp>
          <p:nvSpPr>
            <p:cNvPr id="199" name="ZoneTexte 198">
              <a:extLst>
                <a:ext uri="{FF2B5EF4-FFF2-40B4-BE49-F238E27FC236}">
                  <a16:creationId xmlns:a16="http://schemas.microsoft.com/office/drawing/2014/main" id="{65F52336-7B63-EE66-C3DC-ABA0B1DDFE98}"/>
                </a:ext>
              </a:extLst>
            </p:cNvPr>
            <p:cNvSpPr txBox="1"/>
            <p:nvPr/>
          </p:nvSpPr>
          <p:spPr>
            <a:xfrm>
              <a:off x="8986306" y="4297698"/>
              <a:ext cx="1570567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9600" dirty="0">
                  <a:ln w="3175">
                    <a:solidFill>
                      <a:schemeClr val="bg1"/>
                    </a:solidFill>
                  </a:ln>
                  <a:latin typeface="Arial Rounded MT Bold" panose="020F0704030504030204" pitchFamily="34" charset="0"/>
                </a:rPr>
                <a:t>all</a:t>
              </a:r>
              <a:endParaRPr lang="fr-FR" dirty="0">
                <a:ln w="3175">
                  <a:solidFill>
                    <a:schemeClr val="bg1"/>
                  </a:solidFill>
                </a:ln>
              </a:endParaRPr>
            </a:p>
          </p:txBody>
        </p:sp>
      </p:grpSp>
      <p:pic>
        <p:nvPicPr>
          <p:cNvPr id="52" name="Image 51">
            <a:extLst>
              <a:ext uri="{FF2B5EF4-FFF2-40B4-BE49-F238E27FC236}">
                <a16:creationId xmlns:a16="http://schemas.microsoft.com/office/drawing/2014/main" id="{3B1DDCC5-50CB-0E35-9330-932DFD430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7619" y="4809819"/>
            <a:ext cx="273363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6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084" y="779910"/>
            <a:ext cx="1490576" cy="1222323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396" y="4425116"/>
            <a:ext cx="1493107" cy="1232446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942" y="1345461"/>
            <a:ext cx="1493107" cy="1229915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7826" y="2816900"/>
            <a:ext cx="1490575" cy="1224853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5326" y="2778962"/>
            <a:ext cx="1500698" cy="1209669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4119" y="4366559"/>
            <a:ext cx="1500698" cy="1222323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6215" y="1326638"/>
            <a:ext cx="1500698" cy="1222323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8962" y="4945399"/>
            <a:ext cx="1500698" cy="1214731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5361" y="2224418"/>
            <a:ext cx="2538021" cy="1558731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6788" y="3610338"/>
            <a:ext cx="2439741" cy="90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99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e libre : forme 164">
            <a:extLst>
              <a:ext uri="{FF2B5EF4-FFF2-40B4-BE49-F238E27FC236}">
                <a16:creationId xmlns:a16="http://schemas.microsoft.com/office/drawing/2014/main" id="{98A5CF7A-E2B4-B1B3-A91F-C044D5CCB528}"/>
              </a:ext>
            </a:extLst>
          </p:cNvPr>
          <p:cNvSpPr/>
          <p:nvPr/>
        </p:nvSpPr>
        <p:spPr>
          <a:xfrm>
            <a:off x="282366" y="392559"/>
            <a:ext cx="3480706" cy="1971408"/>
          </a:xfrm>
          <a:custGeom>
            <a:avLst/>
            <a:gdLst>
              <a:gd name="connsiteX0" fmla="*/ 201078 w 4417340"/>
              <a:gd name="connsiteY0" fmla="*/ 0 h 2501900"/>
              <a:gd name="connsiteX1" fmla="*/ 3054356 w 4417340"/>
              <a:gd name="connsiteY1" fmla="*/ 0 h 2501900"/>
              <a:gd name="connsiteX2" fmla="*/ 3255434 w 4417340"/>
              <a:gd name="connsiteY2" fmla="*/ 201078 h 2501900"/>
              <a:gd name="connsiteX3" fmla="*/ 3255434 w 4417340"/>
              <a:gd name="connsiteY3" fmla="*/ 859213 h 2501900"/>
              <a:gd name="connsiteX4" fmla="*/ 3459729 w 4417340"/>
              <a:gd name="connsiteY4" fmla="*/ 1087460 h 2501900"/>
              <a:gd name="connsiteX5" fmla="*/ 3514649 w 4417340"/>
              <a:gd name="connsiteY5" fmla="*/ 1081924 h 2501900"/>
              <a:gd name="connsiteX6" fmla="*/ 3593722 w 4417340"/>
              <a:gd name="connsiteY6" fmla="*/ 1089895 h 2501900"/>
              <a:gd name="connsiteX7" fmla="*/ 3605912 w 4417340"/>
              <a:gd name="connsiteY7" fmla="*/ 1093679 h 2501900"/>
              <a:gd name="connsiteX8" fmla="*/ 3601411 w 4417340"/>
              <a:gd name="connsiteY8" fmla="*/ 1049221 h 2501900"/>
              <a:gd name="connsiteX9" fmla="*/ 3995934 w 4417340"/>
              <a:gd name="connsiteY9" fmla="*/ 656344 h 2501900"/>
              <a:gd name="connsiteX10" fmla="*/ 4390457 w 4417340"/>
              <a:gd name="connsiteY10" fmla="*/ 1049221 h 2501900"/>
              <a:gd name="connsiteX11" fmla="*/ 3995934 w 4417340"/>
              <a:gd name="connsiteY11" fmla="*/ 1442098 h 2501900"/>
              <a:gd name="connsiteX12" fmla="*/ 3916424 w 4417340"/>
              <a:gd name="connsiteY12" fmla="*/ 1434116 h 2501900"/>
              <a:gd name="connsiteX13" fmla="*/ 3902522 w 4417340"/>
              <a:gd name="connsiteY13" fmla="*/ 1429819 h 2501900"/>
              <a:gd name="connsiteX14" fmla="*/ 3907004 w 4417340"/>
              <a:gd name="connsiteY14" fmla="*/ 1474279 h 2501900"/>
              <a:gd name="connsiteX15" fmla="*/ 3903910 w 4417340"/>
              <a:gd name="connsiteY15" fmla="*/ 1504969 h 2501900"/>
              <a:gd name="connsiteX16" fmla="*/ 3945912 w 4417340"/>
              <a:gd name="connsiteY16" fmla="*/ 1491931 h 2501900"/>
              <a:gd name="connsiteX17" fmla="*/ 4024985 w 4417340"/>
              <a:gd name="connsiteY17" fmla="*/ 1483960 h 2501900"/>
              <a:gd name="connsiteX18" fmla="*/ 4417340 w 4417340"/>
              <a:gd name="connsiteY18" fmla="*/ 1876315 h 2501900"/>
              <a:gd name="connsiteX19" fmla="*/ 4024985 w 4417340"/>
              <a:gd name="connsiteY19" fmla="*/ 2268670 h 2501900"/>
              <a:gd name="connsiteX20" fmla="*/ 3632630 w 4417340"/>
              <a:gd name="connsiteY20" fmla="*/ 1876315 h 2501900"/>
              <a:gd name="connsiteX21" fmla="*/ 3635724 w 4417340"/>
              <a:gd name="connsiteY21" fmla="*/ 1845625 h 2501900"/>
              <a:gd name="connsiteX22" fmla="*/ 3593722 w 4417340"/>
              <a:gd name="connsiteY22" fmla="*/ 1858663 h 2501900"/>
              <a:gd name="connsiteX23" fmla="*/ 3514649 w 4417340"/>
              <a:gd name="connsiteY23" fmla="*/ 1866634 h 2501900"/>
              <a:gd name="connsiteX24" fmla="*/ 3295280 w 4417340"/>
              <a:gd name="connsiteY24" fmla="*/ 1799626 h 2501900"/>
              <a:gd name="connsiteX25" fmla="*/ 3255434 w 4417340"/>
              <a:gd name="connsiteY25" fmla="*/ 1766751 h 2501900"/>
              <a:gd name="connsiteX26" fmla="*/ 3255434 w 4417340"/>
              <a:gd name="connsiteY26" fmla="*/ 2300822 h 2501900"/>
              <a:gd name="connsiteX27" fmla="*/ 3054356 w 4417340"/>
              <a:gd name="connsiteY27" fmla="*/ 2501900 h 2501900"/>
              <a:gd name="connsiteX28" fmla="*/ 201078 w 4417340"/>
              <a:gd name="connsiteY28" fmla="*/ 2501900 h 2501900"/>
              <a:gd name="connsiteX29" fmla="*/ 0 w 4417340"/>
              <a:gd name="connsiteY29" fmla="*/ 2300822 h 2501900"/>
              <a:gd name="connsiteX30" fmla="*/ 0 w 4417340"/>
              <a:gd name="connsiteY30" fmla="*/ 201078 h 2501900"/>
              <a:gd name="connsiteX31" fmla="*/ 201078 w 4417340"/>
              <a:gd name="connsiteY31" fmla="*/ 0 h 250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417340" h="2501900">
                <a:moveTo>
                  <a:pt x="201078" y="0"/>
                </a:moveTo>
                <a:lnTo>
                  <a:pt x="3054356" y="0"/>
                </a:lnTo>
                <a:cubicBezTo>
                  <a:pt x="3165408" y="0"/>
                  <a:pt x="3255434" y="90026"/>
                  <a:pt x="3255434" y="201078"/>
                </a:cubicBezTo>
                <a:lnTo>
                  <a:pt x="3255434" y="859213"/>
                </a:lnTo>
                <a:lnTo>
                  <a:pt x="3459729" y="1087460"/>
                </a:lnTo>
                <a:lnTo>
                  <a:pt x="3514649" y="1081924"/>
                </a:lnTo>
                <a:cubicBezTo>
                  <a:pt x="3541735" y="1081924"/>
                  <a:pt x="3568181" y="1084669"/>
                  <a:pt x="3593722" y="1089895"/>
                </a:cubicBezTo>
                <a:lnTo>
                  <a:pt x="3605912" y="1093679"/>
                </a:lnTo>
                <a:lnTo>
                  <a:pt x="3601411" y="1049221"/>
                </a:lnTo>
                <a:cubicBezTo>
                  <a:pt x="3601411" y="832241"/>
                  <a:pt x="3778045" y="656344"/>
                  <a:pt x="3995934" y="656344"/>
                </a:cubicBezTo>
                <a:cubicBezTo>
                  <a:pt x="4213823" y="656344"/>
                  <a:pt x="4390457" y="832241"/>
                  <a:pt x="4390457" y="1049221"/>
                </a:cubicBezTo>
                <a:cubicBezTo>
                  <a:pt x="4390457" y="1266201"/>
                  <a:pt x="4213823" y="1442098"/>
                  <a:pt x="3995934" y="1442098"/>
                </a:cubicBezTo>
                <a:cubicBezTo>
                  <a:pt x="3968698" y="1442098"/>
                  <a:pt x="3942107" y="1439350"/>
                  <a:pt x="3916424" y="1434116"/>
                </a:cubicBezTo>
                <a:lnTo>
                  <a:pt x="3902522" y="1429819"/>
                </a:lnTo>
                <a:lnTo>
                  <a:pt x="3907004" y="1474279"/>
                </a:lnTo>
                <a:lnTo>
                  <a:pt x="3903910" y="1504969"/>
                </a:lnTo>
                <a:lnTo>
                  <a:pt x="3945912" y="1491931"/>
                </a:lnTo>
                <a:cubicBezTo>
                  <a:pt x="3971453" y="1486705"/>
                  <a:pt x="3997899" y="1483960"/>
                  <a:pt x="4024985" y="1483960"/>
                </a:cubicBezTo>
                <a:cubicBezTo>
                  <a:pt x="4241677" y="1483960"/>
                  <a:pt x="4417340" y="1659623"/>
                  <a:pt x="4417340" y="1876315"/>
                </a:cubicBezTo>
                <a:cubicBezTo>
                  <a:pt x="4417340" y="2093007"/>
                  <a:pt x="4241677" y="2268670"/>
                  <a:pt x="4024985" y="2268670"/>
                </a:cubicBezTo>
                <a:cubicBezTo>
                  <a:pt x="3808293" y="2268670"/>
                  <a:pt x="3632630" y="2093007"/>
                  <a:pt x="3632630" y="1876315"/>
                </a:cubicBezTo>
                <a:lnTo>
                  <a:pt x="3635724" y="1845625"/>
                </a:lnTo>
                <a:lnTo>
                  <a:pt x="3593722" y="1858663"/>
                </a:lnTo>
                <a:cubicBezTo>
                  <a:pt x="3568181" y="1863889"/>
                  <a:pt x="3541735" y="1866634"/>
                  <a:pt x="3514649" y="1866634"/>
                </a:cubicBezTo>
                <a:cubicBezTo>
                  <a:pt x="3433390" y="1866634"/>
                  <a:pt x="3357900" y="1841932"/>
                  <a:pt x="3295280" y="1799626"/>
                </a:cubicBezTo>
                <a:lnTo>
                  <a:pt x="3255434" y="1766751"/>
                </a:lnTo>
                <a:lnTo>
                  <a:pt x="3255434" y="2300822"/>
                </a:lnTo>
                <a:cubicBezTo>
                  <a:pt x="3255434" y="2411874"/>
                  <a:pt x="3165408" y="2501900"/>
                  <a:pt x="3054356" y="2501900"/>
                </a:cubicBezTo>
                <a:lnTo>
                  <a:pt x="201078" y="2501900"/>
                </a:lnTo>
                <a:cubicBezTo>
                  <a:pt x="90026" y="2501900"/>
                  <a:pt x="0" y="2411874"/>
                  <a:pt x="0" y="2300822"/>
                </a:cubicBezTo>
                <a:lnTo>
                  <a:pt x="0" y="201078"/>
                </a:lnTo>
                <a:cubicBezTo>
                  <a:pt x="0" y="90026"/>
                  <a:pt x="90026" y="0"/>
                  <a:pt x="2010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6" name="Forme libre : forme 165">
            <a:extLst>
              <a:ext uri="{FF2B5EF4-FFF2-40B4-BE49-F238E27FC236}">
                <a16:creationId xmlns:a16="http://schemas.microsoft.com/office/drawing/2014/main" id="{FDDABDA5-AD82-DAC1-65E5-6EDAE6BA26FA}"/>
              </a:ext>
            </a:extLst>
          </p:cNvPr>
          <p:cNvSpPr/>
          <p:nvPr/>
        </p:nvSpPr>
        <p:spPr>
          <a:xfrm>
            <a:off x="275781" y="1122743"/>
            <a:ext cx="2146937" cy="883379"/>
          </a:xfrm>
          <a:custGeom>
            <a:avLst/>
            <a:gdLst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549400 w 2689225"/>
              <a:gd name="connsiteY12" fmla="*/ 838064 h 1119057"/>
              <a:gd name="connsiteX13" fmla="*/ 1654175 w 2689225"/>
              <a:gd name="connsiteY13" fmla="*/ 825364 h 1119057"/>
              <a:gd name="connsiteX14" fmla="*/ 1822450 w 2689225"/>
              <a:gd name="connsiteY14" fmla="*/ 552314 h 1119057"/>
              <a:gd name="connsiteX15" fmla="*/ 1930400 w 2689225"/>
              <a:gd name="connsiteY15" fmla="*/ 339589 h 1119057"/>
              <a:gd name="connsiteX16" fmla="*/ 2133600 w 2689225"/>
              <a:gd name="connsiteY16" fmla="*/ 244339 h 1119057"/>
              <a:gd name="connsiteX17" fmla="*/ 2320925 w 2689225"/>
              <a:gd name="connsiteY17" fmla="*/ 501514 h 1119057"/>
              <a:gd name="connsiteX18" fmla="*/ 2689225 w 2689225"/>
              <a:gd name="connsiteY18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654175 w 2689225"/>
              <a:gd name="connsiteY12" fmla="*/ 825364 h 1119057"/>
              <a:gd name="connsiteX13" fmla="*/ 1822450 w 2689225"/>
              <a:gd name="connsiteY13" fmla="*/ 552314 h 1119057"/>
              <a:gd name="connsiteX14" fmla="*/ 1930400 w 2689225"/>
              <a:gd name="connsiteY14" fmla="*/ 339589 h 1119057"/>
              <a:gd name="connsiteX15" fmla="*/ 2133600 w 2689225"/>
              <a:gd name="connsiteY15" fmla="*/ 244339 h 1119057"/>
              <a:gd name="connsiteX16" fmla="*/ 2320925 w 2689225"/>
              <a:gd name="connsiteY16" fmla="*/ 501514 h 1119057"/>
              <a:gd name="connsiteX17" fmla="*/ 2689225 w 2689225"/>
              <a:gd name="connsiteY17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847725 w 2689225"/>
              <a:gd name="connsiteY4" fmla="*/ 218939 h 1119057"/>
              <a:gd name="connsiteX5" fmla="*/ 930275 w 2689225"/>
              <a:gd name="connsiteY5" fmla="*/ 72889 h 1119057"/>
              <a:gd name="connsiteX6" fmla="*/ 1095375 w 2689225"/>
              <a:gd name="connsiteY6" fmla="*/ 3039 h 1119057"/>
              <a:gd name="connsiteX7" fmla="*/ 1238250 w 2689225"/>
              <a:gd name="connsiteY7" fmla="*/ 168139 h 1119057"/>
              <a:gd name="connsiteX8" fmla="*/ 1336675 w 2689225"/>
              <a:gd name="connsiteY8" fmla="*/ 526914 h 1119057"/>
              <a:gd name="connsiteX9" fmla="*/ 1441450 w 2689225"/>
              <a:gd name="connsiteY9" fmla="*/ 777739 h 1119057"/>
              <a:gd name="connsiteX10" fmla="*/ 1527175 w 2689225"/>
              <a:gd name="connsiteY10" fmla="*/ 847589 h 1119057"/>
              <a:gd name="connsiteX11" fmla="*/ 1654175 w 2689225"/>
              <a:gd name="connsiteY11" fmla="*/ 825364 h 1119057"/>
              <a:gd name="connsiteX12" fmla="*/ 1822450 w 2689225"/>
              <a:gd name="connsiteY12" fmla="*/ 552314 h 1119057"/>
              <a:gd name="connsiteX13" fmla="*/ 1930400 w 2689225"/>
              <a:gd name="connsiteY13" fmla="*/ 339589 h 1119057"/>
              <a:gd name="connsiteX14" fmla="*/ 2133600 w 2689225"/>
              <a:gd name="connsiteY14" fmla="*/ 244339 h 1119057"/>
              <a:gd name="connsiteX15" fmla="*/ 2320925 w 2689225"/>
              <a:gd name="connsiteY15" fmla="*/ 501514 h 1119057"/>
              <a:gd name="connsiteX16" fmla="*/ 2689225 w 2689225"/>
              <a:gd name="connsiteY16" fmla="*/ 895214 h 1119057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1610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133600 w 2689225"/>
              <a:gd name="connsiteY12" fmla="*/ 244077 h 1118795"/>
              <a:gd name="connsiteX13" fmla="*/ 2320925 w 2689225"/>
              <a:gd name="connsiteY13" fmla="*/ 501252 h 1118795"/>
              <a:gd name="connsiteX14" fmla="*/ 2689225 w 2689225"/>
              <a:gd name="connsiteY14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320925 w 2689225"/>
              <a:gd name="connsiteY12" fmla="*/ 501252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1290 h 1119233"/>
              <a:gd name="connsiteX1" fmla="*/ 241300 w 2689225"/>
              <a:gd name="connsiteY1" fmla="*/ 1111290 h 1119233"/>
              <a:gd name="connsiteX2" fmla="*/ 415925 w 2689225"/>
              <a:gd name="connsiteY2" fmla="*/ 1028740 h 1119233"/>
              <a:gd name="connsiteX3" fmla="*/ 593725 w 2689225"/>
              <a:gd name="connsiteY3" fmla="*/ 816015 h 1119233"/>
              <a:gd name="connsiteX4" fmla="*/ 847725 w 2689225"/>
              <a:gd name="connsiteY4" fmla="*/ 219115 h 1119233"/>
              <a:gd name="connsiteX5" fmla="*/ 930275 w 2689225"/>
              <a:gd name="connsiteY5" fmla="*/ 68302 h 1119233"/>
              <a:gd name="connsiteX6" fmla="*/ 1095375 w 2689225"/>
              <a:gd name="connsiteY6" fmla="*/ 3215 h 1119233"/>
              <a:gd name="connsiteX7" fmla="*/ 1238250 w 2689225"/>
              <a:gd name="connsiteY7" fmla="*/ 168315 h 1119233"/>
              <a:gd name="connsiteX8" fmla="*/ 1336675 w 2689225"/>
              <a:gd name="connsiteY8" fmla="*/ 527090 h 1119233"/>
              <a:gd name="connsiteX9" fmla="*/ 1441450 w 2689225"/>
              <a:gd name="connsiteY9" fmla="*/ 777915 h 1119233"/>
              <a:gd name="connsiteX10" fmla="*/ 1654175 w 2689225"/>
              <a:gd name="connsiteY10" fmla="*/ 825540 h 1119233"/>
              <a:gd name="connsiteX11" fmla="*/ 1930400 w 2689225"/>
              <a:gd name="connsiteY11" fmla="*/ 333415 h 1119233"/>
              <a:gd name="connsiteX12" fmla="*/ 2286000 w 2689225"/>
              <a:gd name="connsiteY12" fmla="*/ 395328 h 1119233"/>
              <a:gd name="connsiteX13" fmla="*/ 2689225 w 2689225"/>
              <a:gd name="connsiteY13" fmla="*/ 895390 h 1119233"/>
              <a:gd name="connsiteX0" fmla="*/ 0 w 2689225"/>
              <a:gd name="connsiteY0" fmla="*/ 1110846 h 1118789"/>
              <a:gd name="connsiteX1" fmla="*/ 241300 w 2689225"/>
              <a:gd name="connsiteY1" fmla="*/ 1110846 h 1118789"/>
              <a:gd name="connsiteX2" fmla="*/ 415925 w 2689225"/>
              <a:gd name="connsiteY2" fmla="*/ 1028296 h 1118789"/>
              <a:gd name="connsiteX3" fmla="*/ 593725 w 2689225"/>
              <a:gd name="connsiteY3" fmla="*/ 815571 h 1118789"/>
              <a:gd name="connsiteX4" fmla="*/ 847725 w 2689225"/>
              <a:gd name="connsiteY4" fmla="*/ 218671 h 1118789"/>
              <a:gd name="connsiteX5" fmla="*/ 930275 w 2689225"/>
              <a:gd name="connsiteY5" fmla="*/ 67858 h 1118789"/>
              <a:gd name="connsiteX6" fmla="*/ 1095375 w 2689225"/>
              <a:gd name="connsiteY6" fmla="*/ 2771 h 1118789"/>
              <a:gd name="connsiteX7" fmla="*/ 1238250 w 2689225"/>
              <a:gd name="connsiteY7" fmla="*/ 167871 h 1118789"/>
              <a:gd name="connsiteX8" fmla="*/ 1336675 w 2689225"/>
              <a:gd name="connsiteY8" fmla="*/ 526646 h 1118789"/>
              <a:gd name="connsiteX9" fmla="*/ 1441450 w 2689225"/>
              <a:gd name="connsiteY9" fmla="*/ 777471 h 1118789"/>
              <a:gd name="connsiteX10" fmla="*/ 1654175 w 2689225"/>
              <a:gd name="connsiteY10" fmla="*/ 825096 h 1118789"/>
              <a:gd name="connsiteX11" fmla="*/ 1930400 w 2689225"/>
              <a:gd name="connsiteY11" fmla="*/ 332971 h 1118789"/>
              <a:gd name="connsiteX12" fmla="*/ 2286000 w 2689225"/>
              <a:gd name="connsiteY12" fmla="*/ 394884 h 1118789"/>
              <a:gd name="connsiteX13" fmla="*/ 2689225 w 2689225"/>
              <a:gd name="connsiteY13" fmla="*/ 894946 h 1118789"/>
              <a:gd name="connsiteX0" fmla="*/ 0 w 2689225"/>
              <a:gd name="connsiteY0" fmla="*/ 1111986 h 1119929"/>
              <a:gd name="connsiteX1" fmla="*/ 241300 w 2689225"/>
              <a:gd name="connsiteY1" fmla="*/ 1111986 h 1119929"/>
              <a:gd name="connsiteX2" fmla="*/ 415925 w 2689225"/>
              <a:gd name="connsiteY2" fmla="*/ 1029436 h 1119929"/>
              <a:gd name="connsiteX3" fmla="*/ 593725 w 2689225"/>
              <a:gd name="connsiteY3" fmla="*/ 816711 h 1119929"/>
              <a:gd name="connsiteX4" fmla="*/ 847725 w 2689225"/>
              <a:gd name="connsiteY4" fmla="*/ 219811 h 1119929"/>
              <a:gd name="connsiteX5" fmla="*/ 930275 w 2689225"/>
              <a:gd name="connsiteY5" fmla="*/ 68998 h 1119929"/>
              <a:gd name="connsiteX6" fmla="*/ 1095375 w 2689225"/>
              <a:gd name="connsiteY6" fmla="*/ 3911 h 1119929"/>
              <a:gd name="connsiteX7" fmla="*/ 1238250 w 2689225"/>
              <a:gd name="connsiteY7" fmla="*/ 169011 h 1119929"/>
              <a:gd name="connsiteX8" fmla="*/ 1336675 w 2689225"/>
              <a:gd name="connsiteY8" fmla="*/ 527786 h 1119929"/>
              <a:gd name="connsiteX9" fmla="*/ 1441450 w 2689225"/>
              <a:gd name="connsiteY9" fmla="*/ 778611 h 1119929"/>
              <a:gd name="connsiteX10" fmla="*/ 1654175 w 2689225"/>
              <a:gd name="connsiteY10" fmla="*/ 826236 h 1119929"/>
              <a:gd name="connsiteX11" fmla="*/ 1930400 w 2689225"/>
              <a:gd name="connsiteY11" fmla="*/ 334111 h 1119929"/>
              <a:gd name="connsiteX12" fmla="*/ 2286000 w 2689225"/>
              <a:gd name="connsiteY12" fmla="*/ 396024 h 1119929"/>
              <a:gd name="connsiteX13" fmla="*/ 2689225 w 2689225"/>
              <a:gd name="connsiteY13" fmla="*/ 896086 h 1119929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3027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2392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3146 h 1121089"/>
              <a:gd name="connsiteX1" fmla="*/ 241300 w 2689225"/>
              <a:gd name="connsiteY1" fmla="*/ 1113146 h 1121089"/>
              <a:gd name="connsiteX2" fmla="*/ 415925 w 2689225"/>
              <a:gd name="connsiteY2" fmla="*/ 1030596 h 1121089"/>
              <a:gd name="connsiteX3" fmla="*/ 593725 w 2689225"/>
              <a:gd name="connsiteY3" fmla="*/ 817871 h 1121089"/>
              <a:gd name="connsiteX4" fmla="*/ 847725 w 2689225"/>
              <a:gd name="connsiteY4" fmla="*/ 220971 h 1121089"/>
              <a:gd name="connsiteX5" fmla="*/ 923925 w 2689225"/>
              <a:gd name="connsiteY5" fmla="*/ 70158 h 1121089"/>
              <a:gd name="connsiteX6" fmla="*/ 1095375 w 2689225"/>
              <a:gd name="connsiteY6" fmla="*/ 5071 h 1121089"/>
              <a:gd name="connsiteX7" fmla="*/ 1238250 w 2689225"/>
              <a:gd name="connsiteY7" fmla="*/ 170171 h 1121089"/>
              <a:gd name="connsiteX8" fmla="*/ 1336675 w 2689225"/>
              <a:gd name="connsiteY8" fmla="*/ 528946 h 1121089"/>
              <a:gd name="connsiteX9" fmla="*/ 1441450 w 2689225"/>
              <a:gd name="connsiteY9" fmla="*/ 779771 h 1121089"/>
              <a:gd name="connsiteX10" fmla="*/ 1654175 w 2689225"/>
              <a:gd name="connsiteY10" fmla="*/ 827396 h 1121089"/>
              <a:gd name="connsiteX11" fmla="*/ 1930400 w 2689225"/>
              <a:gd name="connsiteY11" fmla="*/ 335271 h 1121089"/>
              <a:gd name="connsiteX12" fmla="*/ 2286000 w 2689225"/>
              <a:gd name="connsiteY12" fmla="*/ 397184 h 1121089"/>
              <a:gd name="connsiteX13" fmla="*/ 2689225 w 2689225"/>
              <a:gd name="connsiteY13" fmla="*/ 897246 h 1121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89225" h="1121089">
                <a:moveTo>
                  <a:pt x="0" y="1113146"/>
                </a:moveTo>
                <a:cubicBezTo>
                  <a:pt x="85989" y="1120025"/>
                  <a:pt x="171979" y="1126904"/>
                  <a:pt x="241300" y="1113146"/>
                </a:cubicBezTo>
                <a:cubicBezTo>
                  <a:pt x="310621" y="1099388"/>
                  <a:pt x="357188" y="1079808"/>
                  <a:pt x="415925" y="1030596"/>
                </a:cubicBezTo>
                <a:cubicBezTo>
                  <a:pt x="474663" y="981383"/>
                  <a:pt x="521758" y="952808"/>
                  <a:pt x="593725" y="817871"/>
                </a:cubicBezTo>
                <a:cubicBezTo>
                  <a:pt x="665692" y="682934"/>
                  <a:pt x="792692" y="345590"/>
                  <a:pt x="847725" y="220971"/>
                </a:cubicBezTo>
                <a:cubicBezTo>
                  <a:pt x="902758" y="96352"/>
                  <a:pt x="885824" y="126780"/>
                  <a:pt x="923925" y="70158"/>
                </a:cubicBezTo>
                <a:cubicBezTo>
                  <a:pt x="962026" y="13536"/>
                  <a:pt x="1042988" y="-11598"/>
                  <a:pt x="1095375" y="5071"/>
                </a:cubicBezTo>
                <a:cubicBezTo>
                  <a:pt x="1147762" y="21740"/>
                  <a:pt x="1193270" y="52697"/>
                  <a:pt x="1238250" y="170171"/>
                </a:cubicBezTo>
                <a:cubicBezTo>
                  <a:pt x="1283230" y="287645"/>
                  <a:pt x="1302808" y="427346"/>
                  <a:pt x="1336675" y="528946"/>
                </a:cubicBezTo>
                <a:cubicBezTo>
                  <a:pt x="1370542" y="630546"/>
                  <a:pt x="1382183" y="704629"/>
                  <a:pt x="1441450" y="779771"/>
                </a:cubicBezTo>
                <a:cubicBezTo>
                  <a:pt x="1500717" y="854913"/>
                  <a:pt x="1572683" y="901479"/>
                  <a:pt x="1654175" y="827396"/>
                </a:cubicBezTo>
                <a:cubicBezTo>
                  <a:pt x="1735667" y="753313"/>
                  <a:pt x="1855259" y="430786"/>
                  <a:pt x="1930400" y="335271"/>
                </a:cubicBezTo>
                <a:cubicBezTo>
                  <a:pt x="2005541" y="239756"/>
                  <a:pt x="2083329" y="161705"/>
                  <a:pt x="2286000" y="397184"/>
                </a:cubicBezTo>
                <a:cubicBezTo>
                  <a:pt x="2378604" y="505663"/>
                  <a:pt x="2551377" y="754635"/>
                  <a:pt x="2689225" y="897246"/>
                </a:cubicBezTo>
              </a:path>
            </a:pathLst>
          </a:custGeom>
          <a:noFill/>
          <a:ln w="130175">
            <a:gradFill>
              <a:gsLst>
                <a:gs pos="55000">
                  <a:srgbClr val="FF0000"/>
                </a:gs>
                <a:gs pos="79000">
                  <a:srgbClr val="00A5D2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3A90CAA4-9386-5166-E76C-25B4CB8BD5FE}"/>
              </a:ext>
            </a:extLst>
          </p:cNvPr>
          <p:cNvGrpSpPr/>
          <p:nvPr/>
        </p:nvGrpSpPr>
        <p:grpSpPr>
          <a:xfrm>
            <a:off x="2047868" y="805348"/>
            <a:ext cx="1573458" cy="1272644"/>
            <a:chOff x="5920938" y="2182282"/>
            <a:chExt cx="1996864" cy="1615104"/>
          </a:xfrm>
          <a:solidFill>
            <a:srgbClr val="00A5D2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7FDD04-8177-EA23-BE85-2720007983A5}"/>
                </a:ext>
              </a:extLst>
            </p:cNvPr>
            <p:cNvSpPr/>
            <p:nvPr/>
          </p:nvSpPr>
          <p:spPr>
            <a:xfrm rot="2652461">
              <a:off x="7193491" y="3272240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1B48247-F645-E9EF-1BA2-9E38CF1B2665}"/>
                </a:ext>
              </a:extLst>
            </p:cNvPr>
            <p:cNvSpPr/>
            <p:nvPr/>
          </p:nvSpPr>
          <p:spPr>
            <a:xfrm rot="18861597">
              <a:off x="7126707" y="2899831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E4ADFD85-08D9-B9E9-5E1D-EC3C7654E68F}"/>
                </a:ext>
              </a:extLst>
            </p:cNvPr>
            <p:cNvGrpSpPr/>
            <p:nvPr/>
          </p:nvGrpSpPr>
          <p:grpSpPr>
            <a:xfrm>
              <a:off x="5920938" y="2182282"/>
              <a:ext cx="1996864" cy="1615104"/>
              <a:chOff x="5920938" y="2182282"/>
              <a:chExt cx="1996864" cy="1615104"/>
            </a:xfrm>
            <a:grpFill/>
          </p:grpSpPr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95B44749-1B7E-E5A6-D2CC-415FC8655280}"/>
                  </a:ext>
                </a:extLst>
              </p:cNvPr>
              <p:cNvSpPr/>
              <p:nvPr/>
            </p:nvSpPr>
            <p:spPr>
              <a:xfrm>
                <a:off x="6354234" y="2182282"/>
                <a:ext cx="399600" cy="39793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63BB4DA8-555E-196D-8FF6-71B5E31A1106}"/>
                  </a:ext>
                </a:extLst>
              </p:cNvPr>
              <p:cNvSpPr/>
              <p:nvPr/>
            </p:nvSpPr>
            <p:spPr>
              <a:xfrm>
                <a:off x="7480827" y="2502022"/>
                <a:ext cx="409047" cy="40734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E2FA86AC-0C3B-4479-EF1A-646C8C871BC4}"/>
                  </a:ext>
                </a:extLst>
              </p:cNvPr>
              <p:cNvSpPr/>
              <p:nvPr/>
            </p:nvSpPr>
            <p:spPr>
              <a:xfrm>
                <a:off x="7511002" y="3329387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0195B742-D404-8F86-1F1B-FB6704232AEC}"/>
                  </a:ext>
                </a:extLst>
              </p:cNvPr>
              <p:cNvSpPr/>
              <p:nvPr/>
            </p:nvSpPr>
            <p:spPr>
              <a:xfrm>
                <a:off x="7000666" y="2927351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A8E0BF92-2394-05E6-65A1-543F4010B622}"/>
                  </a:ext>
                </a:extLst>
              </p:cNvPr>
              <p:cNvSpPr/>
              <p:nvPr/>
            </p:nvSpPr>
            <p:spPr>
              <a:xfrm>
                <a:off x="6327982" y="3390586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BDB9464-377D-8A94-C6E5-B5633BEFA524}"/>
                  </a:ext>
                </a:extLst>
              </p:cNvPr>
              <p:cNvSpPr/>
              <p:nvPr/>
            </p:nvSpPr>
            <p:spPr>
              <a:xfrm rot="2890174">
                <a:off x="6450539" y="2751248"/>
                <a:ext cx="926528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53C5381-02BD-F757-8D52-45C60FE28478}"/>
                  </a:ext>
                </a:extLst>
              </p:cNvPr>
              <p:cNvSpPr/>
              <p:nvPr/>
            </p:nvSpPr>
            <p:spPr>
              <a:xfrm rot="18912334">
                <a:off x="5920938" y="2656779"/>
                <a:ext cx="659362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 </a:t>
                </a:r>
              </a:p>
            </p:txBody>
          </p:sp>
        </p:grpSp>
      </p:grpSp>
      <p:sp>
        <p:nvSpPr>
          <p:cNvPr id="8" name="Forme libre : forme 177">
            <a:extLst>
              <a:ext uri="{FF2B5EF4-FFF2-40B4-BE49-F238E27FC236}">
                <a16:creationId xmlns:a16="http://schemas.microsoft.com/office/drawing/2014/main" id="{4FEF59F9-B7C7-029A-893F-B9B4DF7BEB4A}"/>
              </a:ext>
            </a:extLst>
          </p:cNvPr>
          <p:cNvSpPr/>
          <p:nvPr/>
        </p:nvSpPr>
        <p:spPr>
          <a:xfrm>
            <a:off x="167898" y="272495"/>
            <a:ext cx="2792383" cy="2211491"/>
          </a:xfrm>
          <a:custGeom>
            <a:avLst/>
            <a:gdLst>
              <a:gd name="connsiteX0" fmla="*/ 293934 w 3543794"/>
              <a:gd name="connsiteY0" fmla="*/ 0 h 2806588"/>
              <a:gd name="connsiteX1" fmla="*/ 3249860 w 3543794"/>
              <a:gd name="connsiteY1" fmla="*/ 0 h 2806588"/>
              <a:gd name="connsiteX2" fmla="*/ 3543794 w 3543794"/>
              <a:gd name="connsiteY2" fmla="*/ 293934 h 2806588"/>
              <a:gd name="connsiteX3" fmla="*/ 3543794 w 3543794"/>
              <a:gd name="connsiteY3" fmla="*/ 1172555 h 2806588"/>
              <a:gd name="connsiteX4" fmla="*/ 3400811 w 3543794"/>
              <a:gd name="connsiteY4" fmla="*/ 1012808 h 2806588"/>
              <a:gd name="connsiteX5" fmla="*/ 3400811 w 3543794"/>
              <a:gd name="connsiteY5" fmla="*/ 353422 h 2806588"/>
              <a:gd name="connsiteX6" fmla="*/ 3199733 w 3543794"/>
              <a:gd name="connsiteY6" fmla="*/ 152344 h 2806588"/>
              <a:gd name="connsiteX7" fmla="*/ 346455 w 3543794"/>
              <a:gd name="connsiteY7" fmla="*/ 152344 h 2806588"/>
              <a:gd name="connsiteX8" fmla="*/ 145377 w 3543794"/>
              <a:gd name="connsiteY8" fmla="*/ 353422 h 2806588"/>
              <a:gd name="connsiteX9" fmla="*/ 145377 w 3543794"/>
              <a:gd name="connsiteY9" fmla="*/ 2453166 h 2806588"/>
              <a:gd name="connsiteX10" fmla="*/ 346455 w 3543794"/>
              <a:gd name="connsiteY10" fmla="*/ 2654244 h 2806588"/>
              <a:gd name="connsiteX11" fmla="*/ 3199733 w 3543794"/>
              <a:gd name="connsiteY11" fmla="*/ 2654244 h 2806588"/>
              <a:gd name="connsiteX12" fmla="*/ 3400811 w 3543794"/>
              <a:gd name="connsiteY12" fmla="*/ 2453166 h 2806588"/>
              <a:gd name="connsiteX13" fmla="*/ 3400811 w 3543794"/>
              <a:gd name="connsiteY13" fmla="*/ 1920315 h 2806588"/>
              <a:gd name="connsiteX14" fmla="*/ 3440550 w 3543794"/>
              <a:gd name="connsiteY14" fmla="*/ 1953102 h 2806588"/>
              <a:gd name="connsiteX15" fmla="*/ 3507197 w 3543794"/>
              <a:gd name="connsiteY15" fmla="*/ 1989277 h 2806588"/>
              <a:gd name="connsiteX16" fmla="*/ 3543794 w 3543794"/>
              <a:gd name="connsiteY16" fmla="*/ 2000637 h 2806588"/>
              <a:gd name="connsiteX17" fmla="*/ 3543794 w 3543794"/>
              <a:gd name="connsiteY17" fmla="*/ 2512654 h 2806588"/>
              <a:gd name="connsiteX18" fmla="*/ 3249860 w 3543794"/>
              <a:gd name="connsiteY18" fmla="*/ 2806588 h 2806588"/>
              <a:gd name="connsiteX19" fmla="*/ 293934 w 3543794"/>
              <a:gd name="connsiteY19" fmla="*/ 2806588 h 2806588"/>
              <a:gd name="connsiteX20" fmla="*/ 0 w 3543794"/>
              <a:gd name="connsiteY20" fmla="*/ 2512654 h 2806588"/>
              <a:gd name="connsiteX21" fmla="*/ 0 w 3543794"/>
              <a:gd name="connsiteY21" fmla="*/ 293934 h 2806588"/>
              <a:gd name="connsiteX22" fmla="*/ 293934 w 3543794"/>
              <a:gd name="connsiteY22" fmla="*/ 0 h 280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543794" h="2806588">
                <a:moveTo>
                  <a:pt x="293934" y="0"/>
                </a:moveTo>
                <a:lnTo>
                  <a:pt x="3249860" y="0"/>
                </a:lnTo>
                <a:cubicBezTo>
                  <a:pt x="3412195" y="0"/>
                  <a:pt x="3543794" y="131599"/>
                  <a:pt x="3543794" y="293934"/>
                </a:cubicBezTo>
                <a:lnTo>
                  <a:pt x="3543794" y="1172555"/>
                </a:lnTo>
                <a:lnTo>
                  <a:pt x="3400811" y="1012808"/>
                </a:lnTo>
                <a:lnTo>
                  <a:pt x="3400811" y="353422"/>
                </a:lnTo>
                <a:cubicBezTo>
                  <a:pt x="3400811" y="242370"/>
                  <a:pt x="3310785" y="152344"/>
                  <a:pt x="3199733" y="152344"/>
                </a:cubicBezTo>
                <a:lnTo>
                  <a:pt x="346455" y="152344"/>
                </a:lnTo>
                <a:cubicBezTo>
                  <a:pt x="235403" y="152344"/>
                  <a:pt x="145377" y="242370"/>
                  <a:pt x="145377" y="353422"/>
                </a:cubicBezTo>
                <a:lnTo>
                  <a:pt x="145377" y="2453166"/>
                </a:lnTo>
                <a:cubicBezTo>
                  <a:pt x="145377" y="2564218"/>
                  <a:pt x="235403" y="2654244"/>
                  <a:pt x="346455" y="2654244"/>
                </a:cubicBezTo>
                <a:lnTo>
                  <a:pt x="3199733" y="2654244"/>
                </a:lnTo>
                <a:cubicBezTo>
                  <a:pt x="3310785" y="2654244"/>
                  <a:pt x="3400811" y="2564218"/>
                  <a:pt x="3400811" y="2453166"/>
                </a:cubicBezTo>
                <a:lnTo>
                  <a:pt x="3400811" y="1920315"/>
                </a:lnTo>
                <a:lnTo>
                  <a:pt x="3440550" y="1953102"/>
                </a:lnTo>
                <a:cubicBezTo>
                  <a:pt x="3461423" y="1967204"/>
                  <a:pt x="3483726" y="1979350"/>
                  <a:pt x="3507197" y="1989277"/>
                </a:cubicBezTo>
                <a:lnTo>
                  <a:pt x="3543794" y="2000637"/>
                </a:lnTo>
                <a:lnTo>
                  <a:pt x="3543794" y="2512654"/>
                </a:lnTo>
                <a:cubicBezTo>
                  <a:pt x="3543794" y="2674989"/>
                  <a:pt x="3412195" y="2806588"/>
                  <a:pt x="3249860" y="2806588"/>
                </a:cubicBezTo>
                <a:lnTo>
                  <a:pt x="293934" y="2806588"/>
                </a:lnTo>
                <a:cubicBezTo>
                  <a:pt x="131599" y="2806588"/>
                  <a:pt x="0" y="2674989"/>
                  <a:pt x="0" y="2512654"/>
                </a:cubicBezTo>
                <a:lnTo>
                  <a:pt x="0" y="293934"/>
                </a:lnTo>
                <a:cubicBezTo>
                  <a:pt x="0" y="131599"/>
                  <a:pt x="131599" y="0"/>
                  <a:pt x="2939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89" name="Forme libre : forme 164">
            <a:extLst>
              <a:ext uri="{FF2B5EF4-FFF2-40B4-BE49-F238E27FC236}">
                <a16:creationId xmlns:a16="http://schemas.microsoft.com/office/drawing/2014/main" id="{98A5CF7A-E2B4-B1B3-A91F-C044D5CCB528}"/>
              </a:ext>
            </a:extLst>
          </p:cNvPr>
          <p:cNvSpPr/>
          <p:nvPr/>
        </p:nvSpPr>
        <p:spPr>
          <a:xfrm>
            <a:off x="282366" y="3776461"/>
            <a:ext cx="3480706" cy="1971408"/>
          </a:xfrm>
          <a:custGeom>
            <a:avLst/>
            <a:gdLst>
              <a:gd name="connsiteX0" fmla="*/ 201078 w 4417340"/>
              <a:gd name="connsiteY0" fmla="*/ 0 h 2501900"/>
              <a:gd name="connsiteX1" fmla="*/ 3054356 w 4417340"/>
              <a:gd name="connsiteY1" fmla="*/ 0 h 2501900"/>
              <a:gd name="connsiteX2" fmla="*/ 3255434 w 4417340"/>
              <a:gd name="connsiteY2" fmla="*/ 201078 h 2501900"/>
              <a:gd name="connsiteX3" fmla="*/ 3255434 w 4417340"/>
              <a:gd name="connsiteY3" fmla="*/ 859213 h 2501900"/>
              <a:gd name="connsiteX4" fmla="*/ 3459729 w 4417340"/>
              <a:gd name="connsiteY4" fmla="*/ 1087460 h 2501900"/>
              <a:gd name="connsiteX5" fmla="*/ 3514649 w 4417340"/>
              <a:gd name="connsiteY5" fmla="*/ 1081924 h 2501900"/>
              <a:gd name="connsiteX6" fmla="*/ 3593722 w 4417340"/>
              <a:gd name="connsiteY6" fmla="*/ 1089895 h 2501900"/>
              <a:gd name="connsiteX7" fmla="*/ 3605912 w 4417340"/>
              <a:gd name="connsiteY7" fmla="*/ 1093679 h 2501900"/>
              <a:gd name="connsiteX8" fmla="*/ 3601411 w 4417340"/>
              <a:gd name="connsiteY8" fmla="*/ 1049221 h 2501900"/>
              <a:gd name="connsiteX9" fmla="*/ 3995934 w 4417340"/>
              <a:gd name="connsiteY9" fmla="*/ 656344 h 2501900"/>
              <a:gd name="connsiteX10" fmla="*/ 4390457 w 4417340"/>
              <a:gd name="connsiteY10" fmla="*/ 1049221 h 2501900"/>
              <a:gd name="connsiteX11" fmla="*/ 3995934 w 4417340"/>
              <a:gd name="connsiteY11" fmla="*/ 1442098 h 2501900"/>
              <a:gd name="connsiteX12" fmla="*/ 3916424 w 4417340"/>
              <a:gd name="connsiteY12" fmla="*/ 1434116 h 2501900"/>
              <a:gd name="connsiteX13" fmla="*/ 3902522 w 4417340"/>
              <a:gd name="connsiteY13" fmla="*/ 1429819 h 2501900"/>
              <a:gd name="connsiteX14" fmla="*/ 3907004 w 4417340"/>
              <a:gd name="connsiteY14" fmla="*/ 1474279 h 2501900"/>
              <a:gd name="connsiteX15" fmla="*/ 3903910 w 4417340"/>
              <a:gd name="connsiteY15" fmla="*/ 1504969 h 2501900"/>
              <a:gd name="connsiteX16" fmla="*/ 3945912 w 4417340"/>
              <a:gd name="connsiteY16" fmla="*/ 1491931 h 2501900"/>
              <a:gd name="connsiteX17" fmla="*/ 4024985 w 4417340"/>
              <a:gd name="connsiteY17" fmla="*/ 1483960 h 2501900"/>
              <a:gd name="connsiteX18" fmla="*/ 4417340 w 4417340"/>
              <a:gd name="connsiteY18" fmla="*/ 1876315 h 2501900"/>
              <a:gd name="connsiteX19" fmla="*/ 4024985 w 4417340"/>
              <a:gd name="connsiteY19" fmla="*/ 2268670 h 2501900"/>
              <a:gd name="connsiteX20" fmla="*/ 3632630 w 4417340"/>
              <a:gd name="connsiteY20" fmla="*/ 1876315 h 2501900"/>
              <a:gd name="connsiteX21" fmla="*/ 3635724 w 4417340"/>
              <a:gd name="connsiteY21" fmla="*/ 1845625 h 2501900"/>
              <a:gd name="connsiteX22" fmla="*/ 3593722 w 4417340"/>
              <a:gd name="connsiteY22" fmla="*/ 1858663 h 2501900"/>
              <a:gd name="connsiteX23" fmla="*/ 3514649 w 4417340"/>
              <a:gd name="connsiteY23" fmla="*/ 1866634 h 2501900"/>
              <a:gd name="connsiteX24" fmla="*/ 3295280 w 4417340"/>
              <a:gd name="connsiteY24" fmla="*/ 1799626 h 2501900"/>
              <a:gd name="connsiteX25" fmla="*/ 3255434 w 4417340"/>
              <a:gd name="connsiteY25" fmla="*/ 1766751 h 2501900"/>
              <a:gd name="connsiteX26" fmla="*/ 3255434 w 4417340"/>
              <a:gd name="connsiteY26" fmla="*/ 2300822 h 2501900"/>
              <a:gd name="connsiteX27" fmla="*/ 3054356 w 4417340"/>
              <a:gd name="connsiteY27" fmla="*/ 2501900 h 2501900"/>
              <a:gd name="connsiteX28" fmla="*/ 201078 w 4417340"/>
              <a:gd name="connsiteY28" fmla="*/ 2501900 h 2501900"/>
              <a:gd name="connsiteX29" fmla="*/ 0 w 4417340"/>
              <a:gd name="connsiteY29" fmla="*/ 2300822 h 2501900"/>
              <a:gd name="connsiteX30" fmla="*/ 0 w 4417340"/>
              <a:gd name="connsiteY30" fmla="*/ 201078 h 2501900"/>
              <a:gd name="connsiteX31" fmla="*/ 201078 w 4417340"/>
              <a:gd name="connsiteY31" fmla="*/ 0 h 250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417340" h="2501900">
                <a:moveTo>
                  <a:pt x="201078" y="0"/>
                </a:moveTo>
                <a:lnTo>
                  <a:pt x="3054356" y="0"/>
                </a:lnTo>
                <a:cubicBezTo>
                  <a:pt x="3165408" y="0"/>
                  <a:pt x="3255434" y="90026"/>
                  <a:pt x="3255434" y="201078"/>
                </a:cubicBezTo>
                <a:lnTo>
                  <a:pt x="3255434" y="859213"/>
                </a:lnTo>
                <a:lnTo>
                  <a:pt x="3459729" y="1087460"/>
                </a:lnTo>
                <a:lnTo>
                  <a:pt x="3514649" y="1081924"/>
                </a:lnTo>
                <a:cubicBezTo>
                  <a:pt x="3541735" y="1081924"/>
                  <a:pt x="3568181" y="1084669"/>
                  <a:pt x="3593722" y="1089895"/>
                </a:cubicBezTo>
                <a:lnTo>
                  <a:pt x="3605912" y="1093679"/>
                </a:lnTo>
                <a:lnTo>
                  <a:pt x="3601411" y="1049221"/>
                </a:lnTo>
                <a:cubicBezTo>
                  <a:pt x="3601411" y="832241"/>
                  <a:pt x="3778045" y="656344"/>
                  <a:pt x="3995934" y="656344"/>
                </a:cubicBezTo>
                <a:cubicBezTo>
                  <a:pt x="4213823" y="656344"/>
                  <a:pt x="4390457" y="832241"/>
                  <a:pt x="4390457" y="1049221"/>
                </a:cubicBezTo>
                <a:cubicBezTo>
                  <a:pt x="4390457" y="1266201"/>
                  <a:pt x="4213823" y="1442098"/>
                  <a:pt x="3995934" y="1442098"/>
                </a:cubicBezTo>
                <a:cubicBezTo>
                  <a:pt x="3968698" y="1442098"/>
                  <a:pt x="3942107" y="1439350"/>
                  <a:pt x="3916424" y="1434116"/>
                </a:cubicBezTo>
                <a:lnTo>
                  <a:pt x="3902522" y="1429819"/>
                </a:lnTo>
                <a:lnTo>
                  <a:pt x="3907004" y="1474279"/>
                </a:lnTo>
                <a:lnTo>
                  <a:pt x="3903910" y="1504969"/>
                </a:lnTo>
                <a:lnTo>
                  <a:pt x="3945912" y="1491931"/>
                </a:lnTo>
                <a:cubicBezTo>
                  <a:pt x="3971453" y="1486705"/>
                  <a:pt x="3997899" y="1483960"/>
                  <a:pt x="4024985" y="1483960"/>
                </a:cubicBezTo>
                <a:cubicBezTo>
                  <a:pt x="4241677" y="1483960"/>
                  <a:pt x="4417340" y="1659623"/>
                  <a:pt x="4417340" y="1876315"/>
                </a:cubicBezTo>
                <a:cubicBezTo>
                  <a:pt x="4417340" y="2093007"/>
                  <a:pt x="4241677" y="2268670"/>
                  <a:pt x="4024985" y="2268670"/>
                </a:cubicBezTo>
                <a:cubicBezTo>
                  <a:pt x="3808293" y="2268670"/>
                  <a:pt x="3632630" y="2093007"/>
                  <a:pt x="3632630" y="1876315"/>
                </a:cubicBezTo>
                <a:lnTo>
                  <a:pt x="3635724" y="1845625"/>
                </a:lnTo>
                <a:lnTo>
                  <a:pt x="3593722" y="1858663"/>
                </a:lnTo>
                <a:cubicBezTo>
                  <a:pt x="3568181" y="1863889"/>
                  <a:pt x="3541735" y="1866634"/>
                  <a:pt x="3514649" y="1866634"/>
                </a:cubicBezTo>
                <a:cubicBezTo>
                  <a:pt x="3433390" y="1866634"/>
                  <a:pt x="3357900" y="1841932"/>
                  <a:pt x="3295280" y="1799626"/>
                </a:cubicBezTo>
                <a:lnTo>
                  <a:pt x="3255434" y="1766751"/>
                </a:lnTo>
                <a:lnTo>
                  <a:pt x="3255434" y="2300822"/>
                </a:lnTo>
                <a:cubicBezTo>
                  <a:pt x="3255434" y="2411874"/>
                  <a:pt x="3165408" y="2501900"/>
                  <a:pt x="3054356" y="2501900"/>
                </a:cubicBezTo>
                <a:lnTo>
                  <a:pt x="201078" y="2501900"/>
                </a:lnTo>
                <a:cubicBezTo>
                  <a:pt x="90026" y="2501900"/>
                  <a:pt x="0" y="2411874"/>
                  <a:pt x="0" y="2300822"/>
                </a:cubicBezTo>
                <a:lnTo>
                  <a:pt x="0" y="201078"/>
                </a:lnTo>
                <a:cubicBezTo>
                  <a:pt x="0" y="90026"/>
                  <a:pt x="90026" y="0"/>
                  <a:pt x="2010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90" name="Forme libre : forme 165">
            <a:extLst>
              <a:ext uri="{FF2B5EF4-FFF2-40B4-BE49-F238E27FC236}">
                <a16:creationId xmlns:a16="http://schemas.microsoft.com/office/drawing/2014/main" id="{FDDABDA5-AD82-DAC1-65E5-6EDAE6BA26FA}"/>
              </a:ext>
            </a:extLst>
          </p:cNvPr>
          <p:cNvSpPr/>
          <p:nvPr/>
        </p:nvSpPr>
        <p:spPr>
          <a:xfrm>
            <a:off x="275781" y="4506645"/>
            <a:ext cx="2146937" cy="883379"/>
          </a:xfrm>
          <a:custGeom>
            <a:avLst/>
            <a:gdLst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549400 w 2689225"/>
              <a:gd name="connsiteY12" fmla="*/ 838064 h 1119057"/>
              <a:gd name="connsiteX13" fmla="*/ 1654175 w 2689225"/>
              <a:gd name="connsiteY13" fmla="*/ 825364 h 1119057"/>
              <a:gd name="connsiteX14" fmla="*/ 1822450 w 2689225"/>
              <a:gd name="connsiteY14" fmla="*/ 552314 h 1119057"/>
              <a:gd name="connsiteX15" fmla="*/ 1930400 w 2689225"/>
              <a:gd name="connsiteY15" fmla="*/ 339589 h 1119057"/>
              <a:gd name="connsiteX16" fmla="*/ 2133600 w 2689225"/>
              <a:gd name="connsiteY16" fmla="*/ 244339 h 1119057"/>
              <a:gd name="connsiteX17" fmla="*/ 2320925 w 2689225"/>
              <a:gd name="connsiteY17" fmla="*/ 501514 h 1119057"/>
              <a:gd name="connsiteX18" fmla="*/ 2689225 w 2689225"/>
              <a:gd name="connsiteY18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654175 w 2689225"/>
              <a:gd name="connsiteY12" fmla="*/ 825364 h 1119057"/>
              <a:gd name="connsiteX13" fmla="*/ 1822450 w 2689225"/>
              <a:gd name="connsiteY13" fmla="*/ 552314 h 1119057"/>
              <a:gd name="connsiteX14" fmla="*/ 1930400 w 2689225"/>
              <a:gd name="connsiteY14" fmla="*/ 339589 h 1119057"/>
              <a:gd name="connsiteX15" fmla="*/ 2133600 w 2689225"/>
              <a:gd name="connsiteY15" fmla="*/ 244339 h 1119057"/>
              <a:gd name="connsiteX16" fmla="*/ 2320925 w 2689225"/>
              <a:gd name="connsiteY16" fmla="*/ 501514 h 1119057"/>
              <a:gd name="connsiteX17" fmla="*/ 2689225 w 2689225"/>
              <a:gd name="connsiteY17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847725 w 2689225"/>
              <a:gd name="connsiteY4" fmla="*/ 218939 h 1119057"/>
              <a:gd name="connsiteX5" fmla="*/ 930275 w 2689225"/>
              <a:gd name="connsiteY5" fmla="*/ 72889 h 1119057"/>
              <a:gd name="connsiteX6" fmla="*/ 1095375 w 2689225"/>
              <a:gd name="connsiteY6" fmla="*/ 3039 h 1119057"/>
              <a:gd name="connsiteX7" fmla="*/ 1238250 w 2689225"/>
              <a:gd name="connsiteY7" fmla="*/ 168139 h 1119057"/>
              <a:gd name="connsiteX8" fmla="*/ 1336675 w 2689225"/>
              <a:gd name="connsiteY8" fmla="*/ 526914 h 1119057"/>
              <a:gd name="connsiteX9" fmla="*/ 1441450 w 2689225"/>
              <a:gd name="connsiteY9" fmla="*/ 777739 h 1119057"/>
              <a:gd name="connsiteX10" fmla="*/ 1527175 w 2689225"/>
              <a:gd name="connsiteY10" fmla="*/ 847589 h 1119057"/>
              <a:gd name="connsiteX11" fmla="*/ 1654175 w 2689225"/>
              <a:gd name="connsiteY11" fmla="*/ 825364 h 1119057"/>
              <a:gd name="connsiteX12" fmla="*/ 1822450 w 2689225"/>
              <a:gd name="connsiteY12" fmla="*/ 552314 h 1119057"/>
              <a:gd name="connsiteX13" fmla="*/ 1930400 w 2689225"/>
              <a:gd name="connsiteY13" fmla="*/ 339589 h 1119057"/>
              <a:gd name="connsiteX14" fmla="*/ 2133600 w 2689225"/>
              <a:gd name="connsiteY14" fmla="*/ 244339 h 1119057"/>
              <a:gd name="connsiteX15" fmla="*/ 2320925 w 2689225"/>
              <a:gd name="connsiteY15" fmla="*/ 501514 h 1119057"/>
              <a:gd name="connsiteX16" fmla="*/ 2689225 w 2689225"/>
              <a:gd name="connsiteY16" fmla="*/ 895214 h 1119057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1610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133600 w 2689225"/>
              <a:gd name="connsiteY12" fmla="*/ 244077 h 1118795"/>
              <a:gd name="connsiteX13" fmla="*/ 2320925 w 2689225"/>
              <a:gd name="connsiteY13" fmla="*/ 501252 h 1118795"/>
              <a:gd name="connsiteX14" fmla="*/ 2689225 w 2689225"/>
              <a:gd name="connsiteY14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320925 w 2689225"/>
              <a:gd name="connsiteY12" fmla="*/ 501252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1290 h 1119233"/>
              <a:gd name="connsiteX1" fmla="*/ 241300 w 2689225"/>
              <a:gd name="connsiteY1" fmla="*/ 1111290 h 1119233"/>
              <a:gd name="connsiteX2" fmla="*/ 415925 w 2689225"/>
              <a:gd name="connsiteY2" fmla="*/ 1028740 h 1119233"/>
              <a:gd name="connsiteX3" fmla="*/ 593725 w 2689225"/>
              <a:gd name="connsiteY3" fmla="*/ 816015 h 1119233"/>
              <a:gd name="connsiteX4" fmla="*/ 847725 w 2689225"/>
              <a:gd name="connsiteY4" fmla="*/ 219115 h 1119233"/>
              <a:gd name="connsiteX5" fmla="*/ 930275 w 2689225"/>
              <a:gd name="connsiteY5" fmla="*/ 68302 h 1119233"/>
              <a:gd name="connsiteX6" fmla="*/ 1095375 w 2689225"/>
              <a:gd name="connsiteY6" fmla="*/ 3215 h 1119233"/>
              <a:gd name="connsiteX7" fmla="*/ 1238250 w 2689225"/>
              <a:gd name="connsiteY7" fmla="*/ 168315 h 1119233"/>
              <a:gd name="connsiteX8" fmla="*/ 1336675 w 2689225"/>
              <a:gd name="connsiteY8" fmla="*/ 527090 h 1119233"/>
              <a:gd name="connsiteX9" fmla="*/ 1441450 w 2689225"/>
              <a:gd name="connsiteY9" fmla="*/ 777915 h 1119233"/>
              <a:gd name="connsiteX10" fmla="*/ 1654175 w 2689225"/>
              <a:gd name="connsiteY10" fmla="*/ 825540 h 1119233"/>
              <a:gd name="connsiteX11" fmla="*/ 1930400 w 2689225"/>
              <a:gd name="connsiteY11" fmla="*/ 333415 h 1119233"/>
              <a:gd name="connsiteX12" fmla="*/ 2286000 w 2689225"/>
              <a:gd name="connsiteY12" fmla="*/ 395328 h 1119233"/>
              <a:gd name="connsiteX13" fmla="*/ 2689225 w 2689225"/>
              <a:gd name="connsiteY13" fmla="*/ 895390 h 1119233"/>
              <a:gd name="connsiteX0" fmla="*/ 0 w 2689225"/>
              <a:gd name="connsiteY0" fmla="*/ 1110846 h 1118789"/>
              <a:gd name="connsiteX1" fmla="*/ 241300 w 2689225"/>
              <a:gd name="connsiteY1" fmla="*/ 1110846 h 1118789"/>
              <a:gd name="connsiteX2" fmla="*/ 415925 w 2689225"/>
              <a:gd name="connsiteY2" fmla="*/ 1028296 h 1118789"/>
              <a:gd name="connsiteX3" fmla="*/ 593725 w 2689225"/>
              <a:gd name="connsiteY3" fmla="*/ 815571 h 1118789"/>
              <a:gd name="connsiteX4" fmla="*/ 847725 w 2689225"/>
              <a:gd name="connsiteY4" fmla="*/ 218671 h 1118789"/>
              <a:gd name="connsiteX5" fmla="*/ 930275 w 2689225"/>
              <a:gd name="connsiteY5" fmla="*/ 67858 h 1118789"/>
              <a:gd name="connsiteX6" fmla="*/ 1095375 w 2689225"/>
              <a:gd name="connsiteY6" fmla="*/ 2771 h 1118789"/>
              <a:gd name="connsiteX7" fmla="*/ 1238250 w 2689225"/>
              <a:gd name="connsiteY7" fmla="*/ 167871 h 1118789"/>
              <a:gd name="connsiteX8" fmla="*/ 1336675 w 2689225"/>
              <a:gd name="connsiteY8" fmla="*/ 526646 h 1118789"/>
              <a:gd name="connsiteX9" fmla="*/ 1441450 w 2689225"/>
              <a:gd name="connsiteY9" fmla="*/ 777471 h 1118789"/>
              <a:gd name="connsiteX10" fmla="*/ 1654175 w 2689225"/>
              <a:gd name="connsiteY10" fmla="*/ 825096 h 1118789"/>
              <a:gd name="connsiteX11" fmla="*/ 1930400 w 2689225"/>
              <a:gd name="connsiteY11" fmla="*/ 332971 h 1118789"/>
              <a:gd name="connsiteX12" fmla="*/ 2286000 w 2689225"/>
              <a:gd name="connsiteY12" fmla="*/ 394884 h 1118789"/>
              <a:gd name="connsiteX13" fmla="*/ 2689225 w 2689225"/>
              <a:gd name="connsiteY13" fmla="*/ 894946 h 1118789"/>
              <a:gd name="connsiteX0" fmla="*/ 0 w 2689225"/>
              <a:gd name="connsiteY0" fmla="*/ 1111986 h 1119929"/>
              <a:gd name="connsiteX1" fmla="*/ 241300 w 2689225"/>
              <a:gd name="connsiteY1" fmla="*/ 1111986 h 1119929"/>
              <a:gd name="connsiteX2" fmla="*/ 415925 w 2689225"/>
              <a:gd name="connsiteY2" fmla="*/ 1029436 h 1119929"/>
              <a:gd name="connsiteX3" fmla="*/ 593725 w 2689225"/>
              <a:gd name="connsiteY3" fmla="*/ 816711 h 1119929"/>
              <a:gd name="connsiteX4" fmla="*/ 847725 w 2689225"/>
              <a:gd name="connsiteY4" fmla="*/ 219811 h 1119929"/>
              <a:gd name="connsiteX5" fmla="*/ 930275 w 2689225"/>
              <a:gd name="connsiteY5" fmla="*/ 68998 h 1119929"/>
              <a:gd name="connsiteX6" fmla="*/ 1095375 w 2689225"/>
              <a:gd name="connsiteY6" fmla="*/ 3911 h 1119929"/>
              <a:gd name="connsiteX7" fmla="*/ 1238250 w 2689225"/>
              <a:gd name="connsiteY7" fmla="*/ 169011 h 1119929"/>
              <a:gd name="connsiteX8" fmla="*/ 1336675 w 2689225"/>
              <a:gd name="connsiteY8" fmla="*/ 527786 h 1119929"/>
              <a:gd name="connsiteX9" fmla="*/ 1441450 w 2689225"/>
              <a:gd name="connsiteY9" fmla="*/ 778611 h 1119929"/>
              <a:gd name="connsiteX10" fmla="*/ 1654175 w 2689225"/>
              <a:gd name="connsiteY10" fmla="*/ 826236 h 1119929"/>
              <a:gd name="connsiteX11" fmla="*/ 1930400 w 2689225"/>
              <a:gd name="connsiteY11" fmla="*/ 334111 h 1119929"/>
              <a:gd name="connsiteX12" fmla="*/ 2286000 w 2689225"/>
              <a:gd name="connsiteY12" fmla="*/ 396024 h 1119929"/>
              <a:gd name="connsiteX13" fmla="*/ 2689225 w 2689225"/>
              <a:gd name="connsiteY13" fmla="*/ 896086 h 1119929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3027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2392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3146 h 1121089"/>
              <a:gd name="connsiteX1" fmla="*/ 241300 w 2689225"/>
              <a:gd name="connsiteY1" fmla="*/ 1113146 h 1121089"/>
              <a:gd name="connsiteX2" fmla="*/ 415925 w 2689225"/>
              <a:gd name="connsiteY2" fmla="*/ 1030596 h 1121089"/>
              <a:gd name="connsiteX3" fmla="*/ 593725 w 2689225"/>
              <a:gd name="connsiteY3" fmla="*/ 817871 h 1121089"/>
              <a:gd name="connsiteX4" fmla="*/ 847725 w 2689225"/>
              <a:gd name="connsiteY4" fmla="*/ 220971 h 1121089"/>
              <a:gd name="connsiteX5" fmla="*/ 923925 w 2689225"/>
              <a:gd name="connsiteY5" fmla="*/ 70158 h 1121089"/>
              <a:gd name="connsiteX6" fmla="*/ 1095375 w 2689225"/>
              <a:gd name="connsiteY6" fmla="*/ 5071 h 1121089"/>
              <a:gd name="connsiteX7" fmla="*/ 1238250 w 2689225"/>
              <a:gd name="connsiteY7" fmla="*/ 170171 h 1121089"/>
              <a:gd name="connsiteX8" fmla="*/ 1336675 w 2689225"/>
              <a:gd name="connsiteY8" fmla="*/ 528946 h 1121089"/>
              <a:gd name="connsiteX9" fmla="*/ 1441450 w 2689225"/>
              <a:gd name="connsiteY9" fmla="*/ 779771 h 1121089"/>
              <a:gd name="connsiteX10" fmla="*/ 1654175 w 2689225"/>
              <a:gd name="connsiteY10" fmla="*/ 827396 h 1121089"/>
              <a:gd name="connsiteX11" fmla="*/ 1930400 w 2689225"/>
              <a:gd name="connsiteY11" fmla="*/ 335271 h 1121089"/>
              <a:gd name="connsiteX12" fmla="*/ 2286000 w 2689225"/>
              <a:gd name="connsiteY12" fmla="*/ 397184 h 1121089"/>
              <a:gd name="connsiteX13" fmla="*/ 2689225 w 2689225"/>
              <a:gd name="connsiteY13" fmla="*/ 897246 h 1121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89225" h="1121089">
                <a:moveTo>
                  <a:pt x="0" y="1113146"/>
                </a:moveTo>
                <a:cubicBezTo>
                  <a:pt x="85989" y="1120025"/>
                  <a:pt x="171979" y="1126904"/>
                  <a:pt x="241300" y="1113146"/>
                </a:cubicBezTo>
                <a:cubicBezTo>
                  <a:pt x="310621" y="1099388"/>
                  <a:pt x="357188" y="1079808"/>
                  <a:pt x="415925" y="1030596"/>
                </a:cubicBezTo>
                <a:cubicBezTo>
                  <a:pt x="474663" y="981383"/>
                  <a:pt x="521758" y="952808"/>
                  <a:pt x="593725" y="817871"/>
                </a:cubicBezTo>
                <a:cubicBezTo>
                  <a:pt x="665692" y="682934"/>
                  <a:pt x="792692" y="345590"/>
                  <a:pt x="847725" y="220971"/>
                </a:cubicBezTo>
                <a:cubicBezTo>
                  <a:pt x="902758" y="96352"/>
                  <a:pt x="885824" y="126780"/>
                  <a:pt x="923925" y="70158"/>
                </a:cubicBezTo>
                <a:cubicBezTo>
                  <a:pt x="962026" y="13536"/>
                  <a:pt x="1042988" y="-11598"/>
                  <a:pt x="1095375" y="5071"/>
                </a:cubicBezTo>
                <a:cubicBezTo>
                  <a:pt x="1147762" y="21740"/>
                  <a:pt x="1193270" y="52697"/>
                  <a:pt x="1238250" y="170171"/>
                </a:cubicBezTo>
                <a:cubicBezTo>
                  <a:pt x="1283230" y="287645"/>
                  <a:pt x="1302808" y="427346"/>
                  <a:pt x="1336675" y="528946"/>
                </a:cubicBezTo>
                <a:cubicBezTo>
                  <a:pt x="1370542" y="630546"/>
                  <a:pt x="1382183" y="704629"/>
                  <a:pt x="1441450" y="779771"/>
                </a:cubicBezTo>
                <a:cubicBezTo>
                  <a:pt x="1500717" y="854913"/>
                  <a:pt x="1572683" y="901479"/>
                  <a:pt x="1654175" y="827396"/>
                </a:cubicBezTo>
                <a:cubicBezTo>
                  <a:pt x="1735667" y="753313"/>
                  <a:pt x="1855259" y="430786"/>
                  <a:pt x="1930400" y="335271"/>
                </a:cubicBezTo>
                <a:cubicBezTo>
                  <a:pt x="2005541" y="239756"/>
                  <a:pt x="2083329" y="161705"/>
                  <a:pt x="2286000" y="397184"/>
                </a:cubicBezTo>
                <a:cubicBezTo>
                  <a:pt x="2378604" y="505663"/>
                  <a:pt x="2551377" y="754635"/>
                  <a:pt x="2689225" y="897246"/>
                </a:cubicBezTo>
              </a:path>
            </a:pathLst>
          </a:custGeom>
          <a:noFill/>
          <a:ln w="130175">
            <a:gradFill>
              <a:gsLst>
                <a:gs pos="55000">
                  <a:srgbClr val="FF0000"/>
                </a:gs>
                <a:gs pos="79000">
                  <a:srgbClr val="FFBE00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grpSp>
        <p:nvGrpSpPr>
          <p:cNvPr id="91" name="Groupe 90">
            <a:extLst>
              <a:ext uri="{FF2B5EF4-FFF2-40B4-BE49-F238E27FC236}">
                <a16:creationId xmlns:a16="http://schemas.microsoft.com/office/drawing/2014/main" id="{3A90CAA4-9386-5166-E76C-25B4CB8BD5FE}"/>
              </a:ext>
            </a:extLst>
          </p:cNvPr>
          <p:cNvGrpSpPr/>
          <p:nvPr/>
        </p:nvGrpSpPr>
        <p:grpSpPr>
          <a:xfrm>
            <a:off x="2047868" y="4189250"/>
            <a:ext cx="1573458" cy="1272644"/>
            <a:chOff x="5920938" y="2182282"/>
            <a:chExt cx="1996864" cy="1615104"/>
          </a:xfrm>
          <a:solidFill>
            <a:srgbClr val="FFBE00"/>
          </a:solidFill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57FDD04-8177-EA23-BE85-2720007983A5}"/>
                </a:ext>
              </a:extLst>
            </p:cNvPr>
            <p:cNvSpPr/>
            <p:nvPr/>
          </p:nvSpPr>
          <p:spPr>
            <a:xfrm rot="2652461">
              <a:off x="7193491" y="3272240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1B48247-F645-E9EF-1BA2-9E38CF1B2665}"/>
                </a:ext>
              </a:extLst>
            </p:cNvPr>
            <p:cNvSpPr/>
            <p:nvPr/>
          </p:nvSpPr>
          <p:spPr>
            <a:xfrm rot="18861597">
              <a:off x="7126707" y="2899831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94" name="Groupe 93">
              <a:extLst>
                <a:ext uri="{FF2B5EF4-FFF2-40B4-BE49-F238E27FC236}">
                  <a16:creationId xmlns:a16="http://schemas.microsoft.com/office/drawing/2014/main" id="{E4ADFD85-08D9-B9E9-5E1D-EC3C7654E68F}"/>
                </a:ext>
              </a:extLst>
            </p:cNvPr>
            <p:cNvGrpSpPr/>
            <p:nvPr/>
          </p:nvGrpSpPr>
          <p:grpSpPr>
            <a:xfrm>
              <a:off x="5920938" y="2182282"/>
              <a:ext cx="1996864" cy="1615104"/>
              <a:chOff x="5920938" y="2182282"/>
              <a:chExt cx="1996864" cy="1615104"/>
            </a:xfrm>
            <a:grpFill/>
          </p:grpSpPr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95B44749-1B7E-E5A6-D2CC-415FC8655280}"/>
                  </a:ext>
                </a:extLst>
              </p:cNvPr>
              <p:cNvSpPr/>
              <p:nvPr/>
            </p:nvSpPr>
            <p:spPr>
              <a:xfrm>
                <a:off x="6354234" y="2182282"/>
                <a:ext cx="399600" cy="39793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6" name="Ellipse 95">
                <a:extLst>
                  <a:ext uri="{FF2B5EF4-FFF2-40B4-BE49-F238E27FC236}">
                    <a16:creationId xmlns:a16="http://schemas.microsoft.com/office/drawing/2014/main" id="{63BB4DA8-555E-196D-8FF6-71B5E31A1106}"/>
                  </a:ext>
                </a:extLst>
              </p:cNvPr>
              <p:cNvSpPr/>
              <p:nvPr/>
            </p:nvSpPr>
            <p:spPr>
              <a:xfrm>
                <a:off x="7480827" y="2502022"/>
                <a:ext cx="409047" cy="40734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7" name="Ellipse 96">
                <a:extLst>
                  <a:ext uri="{FF2B5EF4-FFF2-40B4-BE49-F238E27FC236}">
                    <a16:creationId xmlns:a16="http://schemas.microsoft.com/office/drawing/2014/main" id="{E2FA86AC-0C3B-4479-EF1A-646C8C871BC4}"/>
                  </a:ext>
                </a:extLst>
              </p:cNvPr>
              <p:cNvSpPr/>
              <p:nvPr/>
            </p:nvSpPr>
            <p:spPr>
              <a:xfrm>
                <a:off x="7511002" y="3329387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8" name="Ellipse 97">
                <a:extLst>
                  <a:ext uri="{FF2B5EF4-FFF2-40B4-BE49-F238E27FC236}">
                    <a16:creationId xmlns:a16="http://schemas.microsoft.com/office/drawing/2014/main" id="{0195B742-D404-8F86-1F1B-FB6704232AEC}"/>
                  </a:ext>
                </a:extLst>
              </p:cNvPr>
              <p:cNvSpPr/>
              <p:nvPr/>
            </p:nvSpPr>
            <p:spPr>
              <a:xfrm>
                <a:off x="7000666" y="2927351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9" name="Ellipse 98">
                <a:extLst>
                  <a:ext uri="{FF2B5EF4-FFF2-40B4-BE49-F238E27FC236}">
                    <a16:creationId xmlns:a16="http://schemas.microsoft.com/office/drawing/2014/main" id="{A8E0BF92-2394-05E6-65A1-543F4010B622}"/>
                  </a:ext>
                </a:extLst>
              </p:cNvPr>
              <p:cNvSpPr/>
              <p:nvPr/>
            </p:nvSpPr>
            <p:spPr>
              <a:xfrm>
                <a:off x="6327982" y="3390586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2BDB9464-377D-8A94-C6E5-B5633BEFA524}"/>
                  </a:ext>
                </a:extLst>
              </p:cNvPr>
              <p:cNvSpPr/>
              <p:nvPr/>
            </p:nvSpPr>
            <p:spPr>
              <a:xfrm rot="2890174">
                <a:off x="6450539" y="2751248"/>
                <a:ext cx="926528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153C5381-02BD-F757-8D52-45C60FE28478}"/>
                  </a:ext>
                </a:extLst>
              </p:cNvPr>
              <p:cNvSpPr/>
              <p:nvPr/>
            </p:nvSpPr>
            <p:spPr>
              <a:xfrm rot="18912334">
                <a:off x="5920938" y="2656779"/>
                <a:ext cx="659362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 </a:t>
                </a:r>
              </a:p>
            </p:txBody>
          </p:sp>
        </p:grpSp>
      </p:grpSp>
      <p:sp>
        <p:nvSpPr>
          <p:cNvPr id="102" name="Forme libre : forme 177">
            <a:extLst>
              <a:ext uri="{FF2B5EF4-FFF2-40B4-BE49-F238E27FC236}">
                <a16:creationId xmlns:a16="http://schemas.microsoft.com/office/drawing/2014/main" id="{4FEF59F9-B7C7-029A-893F-B9B4DF7BEB4A}"/>
              </a:ext>
            </a:extLst>
          </p:cNvPr>
          <p:cNvSpPr/>
          <p:nvPr/>
        </p:nvSpPr>
        <p:spPr>
          <a:xfrm>
            <a:off x="167898" y="3656397"/>
            <a:ext cx="2792383" cy="2211491"/>
          </a:xfrm>
          <a:custGeom>
            <a:avLst/>
            <a:gdLst>
              <a:gd name="connsiteX0" fmla="*/ 293934 w 3543794"/>
              <a:gd name="connsiteY0" fmla="*/ 0 h 2806588"/>
              <a:gd name="connsiteX1" fmla="*/ 3249860 w 3543794"/>
              <a:gd name="connsiteY1" fmla="*/ 0 h 2806588"/>
              <a:gd name="connsiteX2" fmla="*/ 3543794 w 3543794"/>
              <a:gd name="connsiteY2" fmla="*/ 293934 h 2806588"/>
              <a:gd name="connsiteX3" fmla="*/ 3543794 w 3543794"/>
              <a:gd name="connsiteY3" fmla="*/ 1172555 h 2806588"/>
              <a:gd name="connsiteX4" fmla="*/ 3400811 w 3543794"/>
              <a:gd name="connsiteY4" fmla="*/ 1012808 h 2806588"/>
              <a:gd name="connsiteX5" fmla="*/ 3400811 w 3543794"/>
              <a:gd name="connsiteY5" fmla="*/ 353422 h 2806588"/>
              <a:gd name="connsiteX6" fmla="*/ 3199733 w 3543794"/>
              <a:gd name="connsiteY6" fmla="*/ 152344 h 2806588"/>
              <a:gd name="connsiteX7" fmla="*/ 346455 w 3543794"/>
              <a:gd name="connsiteY7" fmla="*/ 152344 h 2806588"/>
              <a:gd name="connsiteX8" fmla="*/ 145377 w 3543794"/>
              <a:gd name="connsiteY8" fmla="*/ 353422 h 2806588"/>
              <a:gd name="connsiteX9" fmla="*/ 145377 w 3543794"/>
              <a:gd name="connsiteY9" fmla="*/ 2453166 h 2806588"/>
              <a:gd name="connsiteX10" fmla="*/ 346455 w 3543794"/>
              <a:gd name="connsiteY10" fmla="*/ 2654244 h 2806588"/>
              <a:gd name="connsiteX11" fmla="*/ 3199733 w 3543794"/>
              <a:gd name="connsiteY11" fmla="*/ 2654244 h 2806588"/>
              <a:gd name="connsiteX12" fmla="*/ 3400811 w 3543794"/>
              <a:gd name="connsiteY12" fmla="*/ 2453166 h 2806588"/>
              <a:gd name="connsiteX13" fmla="*/ 3400811 w 3543794"/>
              <a:gd name="connsiteY13" fmla="*/ 1920315 h 2806588"/>
              <a:gd name="connsiteX14" fmla="*/ 3440550 w 3543794"/>
              <a:gd name="connsiteY14" fmla="*/ 1953102 h 2806588"/>
              <a:gd name="connsiteX15" fmla="*/ 3507197 w 3543794"/>
              <a:gd name="connsiteY15" fmla="*/ 1989277 h 2806588"/>
              <a:gd name="connsiteX16" fmla="*/ 3543794 w 3543794"/>
              <a:gd name="connsiteY16" fmla="*/ 2000637 h 2806588"/>
              <a:gd name="connsiteX17" fmla="*/ 3543794 w 3543794"/>
              <a:gd name="connsiteY17" fmla="*/ 2512654 h 2806588"/>
              <a:gd name="connsiteX18" fmla="*/ 3249860 w 3543794"/>
              <a:gd name="connsiteY18" fmla="*/ 2806588 h 2806588"/>
              <a:gd name="connsiteX19" fmla="*/ 293934 w 3543794"/>
              <a:gd name="connsiteY19" fmla="*/ 2806588 h 2806588"/>
              <a:gd name="connsiteX20" fmla="*/ 0 w 3543794"/>
              <a:gd name="connsiteY20" fmla="*/ 2512654 h 2806588"/>
              <a:gd name="connsiteX21" fmla="*/ 0 w 3543794"/>
              <a:gd name="connsiteY21" fmla="*/ 293934 h 2806588"/>
              <a:gd name="connsiteX22" fmla="*/ 293934 w 3543794"/>
              <a:gd name="connsiteY22" fmla="*/ 0 h 280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543794" h="2806588">
                <a:moveTo>
                  <a:pt x="293934" y="0"/>
                </a:moveTo>
                <a:lnTo>
                  <a:pt x="3249860" y="0"/>
                </a:lnTo>
                <a:cubicBezTo>
                  <a:pt x="3412195" y="0"/>
                  <a:pt x="3543794" y="131599"/>
                  <a:pt x="3543794" y="293934"/>
                </a:cubicBezTo>
                <a:lnTo>
                  <a:pt x="3543794" y="1172555"/>
                </a:lnTo>
                <a:lnTo>
                  <a:pt x="3400811" y="1012808"/>
                </a:lnTo>
                <a:lnTo>
                  <a:pt x="3400811" y="353422"/>
                </a:lnTo>
                <a:cubicBezTo>
                  <a:pt x="3400811" y="242370"/>
                  <a:pt x="3310785" y="152344"/>
                  <a:pt x="3199733" y="152344"/>
                </a:cubicBezTo>
                <a:lnTo>
                  <a:pt x="346455" y="152344"/>
                </a:lnTo>
                <a:cubicBezTo>
                  <a:pt x="235403" y="152344"/>
                  <a:pt x="145377" y="242370"/>
                  <a:pt x="145377" y="353422"/>
                </a:cubicBezTo>
                <a:lnTo>
                  <a:pt x="145377" y="2453166"/>
                </a:lnTo>
                <a:cubicBezTo>
                  <a:pt x="145377" y="2564218"/>
                  <a:pt x="235403" y="2654244"/>
                  <a:pt x="346455" y="2654244"/>
                </a:cubicBezTo>
                <a:lnTo>
                  <a:pt x="3199733" y="2654244"/>
                </a:lnTo>
                <a:cubicBezTo>
                  <a:pt x="3310785" y="2654244"/>
                  <a:pt x="3400811" y="2564218"/>
                  <a:pt x="3400811" y="2453166"/>
                </a:cubicBezTo>
                <a:lnTo>
                  <a:pt x="3400811" y="1920315"/>
                </a:lnTo>
                <a:lnTo>
                  <a:pt x="3440550" y="1953102"/>
                </a:lnTo>
                <a:cubicBezTo>
                  <a:pt x="3461423" y="1967204"/>
                  <a:pt x="3483726" y="1979350"/>
                  <a:pt x="3507197" y="1989277"/>
                </a:cubicBezTo>
                <a:lnTo>
                  <a:pt x="3543794" y="2000637"/>
                </a:lnTo>
                <a:lnTo>
                  <a:pt x="3543794" y="2512654"/>
                </a:lnTo>
                <a:cubicBezTo>
                  <a:pt x="3543794" y="2674989"/>
                  <a:pt x="3412195" y="2806588"/>
                  <a:pt x="3249860" y="2806588"/>
                </a:cubicBezTo>
                <a:lnTo>
                  <a:pt x="293934" y="2806588"/>
                </a:lnTo>
                <a:cubicBezTo>
                  <a:pt x="131599" y="2806588"/>
                  <a:pt x="0" y="2674989"/>
                  <a:pt x="0" y="2512654"/>
                </a:cubicBezTo>
                <a:lnTo>
                  <a:pt x="0" y="293934"/>
                </a:lnTo>
                <a:cubicBezTo>
                  <a:pt x="0" y="131599"/>
                  <a:pt x="131599" y="0"/>
                  <a:pt x="2939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03" name="Forme libre : forme 164">
            <a:extLst>
              <a:ext uri="{FF2B5EF4-FFF2-40B4-BE49-F238E27FC236}">
                <a16:creationId xmlns:a16="http://schemas.microsoft.com/office/drawing/2014/main" id="{98A5CF7A-E2B4-B1B3-A91F-C044D5CCB528}"/>
              </a:ext>
            </a:extLst>
          </p:cNvPr>
          <p:cNvSpPr/>
          <p:nvPr/>
        </p:nvSpPr>
        <p:spPr>
          <a:xfrm>
            <a:off x="6943454" y="392558"/>
            <a:ext cx="3480706" cy="1971408"/>
          </a:xfrm>
          <a:custGeom>
            <a:avLst/>
            <a:gdLst>
              <a:gd name="connsiteX0" fmla="*/ 201078 w 4417340"/>
              <a:gd name="connsiteY0" fmla="*/ 0 h 2501900"/>
              <a:gd name="connsiteX1" fmla="*/ 3054356 w 4417340"/>
              <a:gd name="connsiteY1" fmla="*/ 0 h 2501900"/>
              <a:gd name="connsiteX2" fmla="*/ 3255434 w 4417340"/>
              <a:gd name="connsiteY2" fmla="*/ 201078 h 2501900"/>
              <a:gd name="connsiteX3" fmla="*/ 3255434 w 4417340"/>
              <a:gd name="connsiteY3" fmla="*/ 859213 h 2501900"/>
              <a:gd name="connsiteX4" fmla="*/ 3459729 w 4417340"/>
              <a:gd name="connsiteY4" fmla="*/ 1087460 h 2501900"/>
              <a:gd name="connsiteX5" fmla="*/ 3514649 w 4417340"/>
              <a:gd name="connsiteY5" fmla="*/ 1081924 h 2501900"/>
              <a:gd name="connsiteX6" fmla="*/ 3593722 w 4417340"/>
              <a:gd name="connsiteY6" fmla="*/ 1089895 h 2501900"/>
              <a:gd name="connsiteX7" fmla="*/ 3605912 w 4417340"/>
              <a:gd name="connsiteY7" fmla="*/ 1093679 h 2501900"/>
              <a:gd name="connsiteX8" fmla="*/ 3601411 w 4417340"/>
              <a:gd name="connsiteY8" fmla="*/ 1049221 h 2501900"/>
              <a:gd name="connsiteX9" fmla="*/ 3995934 w 4417340"/>
              <a:gd name="connsiteY9" fmla="*/ 656344 h 2501900"/>
              <a:gd name="connsiteX10" fmla="*/ 4390457 w 4417340"/>
              <a:gd name="connsiteY10" fmla="*/ 1049221 h 2501900"/>
              <a:gd name="connsiteX11" fmla="*/ 3995934 w 4417340"/>
              <a:gd name="connsiteY11" fmla="*/ 1442098 h 2501900"/>
              <a:gd name="connsiteX12" fmla="*/ 3916424 w 4417340"/>
              <a:gd name="connsiteY12" fmla="*/ 1434116 h 2501900"/>
              <a:gd name="connsiteX13" fmla="*/ 3902522 w 4417340"/>
              <a:gd name="connsiteY13" fmla="*/ 1429819 h 2501900"/>
              <a:gd name="connsiteX14" fmla="*/ 3907004 w 4417340"/>
              <a:gd name="connsiteY14" fmla="*/ 1474279 h 2501900"/>
              <a:gd name="connsiteX15" fmla="*/ 3903910 w 4417340"/>
              <a:gd name="connsiteY15" fmla="*/ 1504969 h 2501900"/>
              <a:gd name="connsiteX16" fmla="*/ 3945912 w 4417340"/>
              <a:gd name="connsiteY16" fmla="*/ 1491931 h 2501900"/>
              <a:gd name="connsiteX17" fmla="*/ 4024985 w 4417340"/>
              <a:gd name="connsiteY17" fmla="*/ 1483960 h 2501900"/>
              <a:gd name="connsiteX18" fmla="*/ 4417340 w 4417340"/>
              <a:gd name="connsiteY18" fmla="*/ 1876315 h 2501900"/>
              <a:gd name="connsiteX19" fmla="*/ 4024985 w 4417340"/>
              <a:gd name="connsiteY19" fmla="*/ 2268670 h 2501900"/>
              <a:gd name="connsiteX20" fmla="*/ 3632630 w 4417340"/>
              <a:gd name="connsiteY20" fmla="*/ 1876315 h 2501900"/>
              <a:gd name="connsiteX21" fmla="*/ 3635724 w 4417340"/>
              <a:gd name="connsiteY21" fmla="*/ 1845625 h 2501900"/>
              <a:gd name="connsiteX22" fmla="*/ 3593722 w 4417340"/>
              <a:gd name="connsiteY22" fmla="*/ 1858663 h 2501900"/>
              <a:gd name="connsiteX23" fmla="*/ 3514649 w 4417340"/>
              <a:gd name="connsiteY23" fmla="*/ 1866634 h 2501900"/>
              <a:gd name="connsiteX24" fmla="*/ 3295280 w 4417340"/>
              <a:gd name="connsiteY24" fmla="*/ 1799626 h 2501900"/>
              <a:gd name="connsiteX25" fmla="*/ 3255434 w 4417340"/>
              <a:gd name="connsiteY25" fmla="*/ 1766751 h 2501900"/>
              <a:gd name="connsiteX26" fmla="*/ 3255434 w 4417340"/>
              <a:gd name="connsiteY26" fmla="*/ 2300822 h 2501900"/>
              <a:gd name="connsiteX27" fmla="*/ 3054356 w 4417340"/>
              <a:gd name="connsiteY27" fmla="*/ 2501900 h 2501900"/>
              <a:gd name="connsiteX28" fmla="*/ 201078 w 4417340"/>
              <a:gd name="connsiteY28" fmla="*/ 2501900 h 2501900"/>
              <a:gd name="connsiteX29" fmla="*/ 0 w 4417340"/>
              <a:gd name="connsiteY29" fmla="*/ 2300822 h 2501900"/>
              <a:gd name="connsiteX30" fmla="*/ 0 w 4417340"/>
              <a:gd name="connsiteY30" fmla="*/ 201078 h 2501900"/>
              <a:gd name="connsiteX31" fmla="*/ 201078 w 4417340"/>
              <a:gd name="connsiteY31" fmla="*/ 0 h 250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417340" h="2501900">
                <a:moveTo>
                  <a:pt x="201078" y="0"/>
                </a:moveTo>
                <a:lnTo>
                  <a:pt x="3054356" y="0"/>
                </a:lnTo>
                <a:cubicBezTo>
                  <a:pt x="3165408" y="0"/>
                  <a:pt x="3255434" y="90026"/>
                  <a:pt x="3255434" y="201078"/>
                </a:cubicBezTo>
                <a:lnTo>
                  <a:pt x="3255434" y="859213"/>
                </a:lnTo>
                <a:lnTo>
                  <a:pt x="3459729" y="1087460"/>
                </a:lnTo>
                <a:lnTo>
                  <a:pt x="3514649" y="1081924"/>
                </a:lnTo>
                <a:cubicBezTo>
                  <a:pt x="3541735" y="1081924"/>
                  <a:pt x="3568181" y="1084669"/>
                  <a:pt x="3593722" y="1089895"/>
                </a:cubicBezTo>
                <a:lnTo>
                  <a:pt x="3605912" y="1093679"/>
                </a:lnTo>
                <a:lnTo>
                  <a:pt x="3601411" y="1049221"/>
                </a:lnTo>
                <a:cubicBezTo>
                  <a:pt x="3601411" y="832241"/>
                  <a:pt x="3778045" y="656344"/>
                  <a:pt x="3995934" y="656344"/>
                </a:cubicBezTo>
                <a:cubicBezTo>
                  <a:pt x="4213823" y="656344"/>
                  <a:pt x="4390457" y="832241"/>
                  <a:pt x="4390457" y="1049221"/>
                </a:cubicBezTo>
                <a:cubicBezTo>
                  <a:pt x="4390457" y="1266201"/>
                  <a:pt x="4213823" y="1442098"/>
                  <a:pt x="3995934" y="1442098"/>
                </a:cubicBezTo>
                <a:cubicBezTo>
                  <a:pt x="3968698" y="1442098"/>
                  <a:pt x="3942107" y="1439350"/>
                  <a:pt x="3916424" y="1434116"/>
                </a:cubicBezTo>
                <a:lnTo>
                  <a:pt x="3902522" y="1429819"/>
                </a:lnTo>
                <a:lnTo>
                  <a:pt x="3907004" y="1474279"/>
                </a:lnTo>
                <a:lnTo>
                  <a:pt x="3903910" y="1504969"/>
                </a:lnTo>
                <a:lnTo>
                  <a:pt x="3945912" y="1491931"/>
                </a:lnTo>
                <a:cubicBezTo>
                  <a:pt x="3971453" y="1486705"/>
                  <a:pt x="3997899" y="1483960"/>
                  <a:pt x="4024985" y="1483960"/>
                </a:cubicBezTo>
                <a:cubicBezTo>
                  <a:pt x="4241677" y="1483960"/>
                  <a:pt x="4417340" y="1659623"/>
                  <a:pt x="4417340" y="1876315"/>
                </a:cubicBezTo>
                <a:cubicBezTo>
                  <a:pt x="4417340" y="2093007"/>
                  <a:pt x="4241677" y="2268670"/>
                  <a:pt x="4024985" y="2268670"/>
                </a:cubicBezTo>
                <a:cubicBezTo>
                  <a:pt x="3808293" y="2268670"/>
                  <a:pt x="3632630" y="2093007"/>
                  <a:pt x="3632630" y="1876315"/>
                </a:cubicBezTo>
                <a:lnTo>
                  <a:pt x="3635724" y="1845625"/>
                </a:lnTo>
                <a:lnTo>
                  <a:pt x="3593722" y="1858663"/>
                </a:lnTo>
                <a:cubicBezTo>
                  <a:pt x="3568181" y="1863889"/>
                  <a:pt x="3541735" y="1866634"/>
                  <a:pt x="3514649" y="1866634"/>
                </a:cubicBezTo>
                <a:cubicBezTo>
                  <a:pt x="3433390" y="1866634"/>
                  <a:pt x="3357900" y="1841932"/>
                  <a:pt x="3295280" y="1799626"/>
                </a:cubicBezTo>
                <a:lnTo>
                  <a:pt x="3255434" y="1766751"/>
                </a:lnTo>
                <a:lnTo>
                  <a:pt x="3255434" y="2300822"/>
                </a:lnTo>
                <a:cubicBezTo>
                  <a:pt x="3255434" y="2411874"/>
                  <a:pt x="3165408" y="2501900"/>
                  <a:pt x="3054356" y="2501900"/>
                </a:cubicBezTo>
                <a:lnTo>
                  <a:pt x="201078" y="2501900"/>
                </a:lnTo>
                <a:cubicBezTo>
                  <a:pt x="90026" y="2501900"/>
                  <a:pt x="0" y="2411874"/>
                  <a:pt x="0" y="2300822"/>
                </a:cubicBezTo>
                <a:lnTo>
                  <a:pt x="0" y="201078"/>
                </a:lnTo>
                <a:cubicBezTo>
                  <a:pt x="0" y="90026"/>
                  <a:pt x="90026" y="0"/>
                  <a:pt x="2010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04" name="Forme libre : forme 165">
            <a:extLst>
              <a:ext uri="{FF2B5EF4-FFF2-40B4-BE49-F238E27FC236}">
                <a16:creationId xmlns:a16="http://schemas.microsoft.com/office/drawing/2014/main" id="{FDDABDA5-AD82-DAC1-65E5-6EDAE6BA26FA}"/>
              </a:ext>
            </a:extLst>
          </p:cNvPr>
          <p:cNvSpPr/>
          <p:nvPr/>
        </p:nvSpPr>
        <p:spPr>
          <a:xfrm>
            <a:off x="6936869" y="1122742"/>
            <a:ext cx="2146937" cy="883379"/>
          </a:xfrm>
          <a:custGeom>
            <a:avLst/>
            <a:gdLst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549400 w 2689225"/>
              <a:gd name="connsiteY12" fmla="*/ 838064 h 1119057"/>
              <a:gd name="connsiteX13" fmla="*/ 1654175 w 2689225"/>
              <a:gd name="connsiteY13" fmla="*/ 825364 h 1119057"/>
              <a:gd name="connsiteX14" fmla="*/ 1822450 w 2689225"/>
              <a:gd name="connsiteY14" fmla="*/ 552314 h 1119057"/>
              <a:gd name="connsiteX15" fmla="*/ 1930400 w 2689225"/>
              <a:gd name="connsiteY15" fmla="*/ 339589 h 1119057"/>
              <a:gd name="connsiteX16" fmla="*/ 2133600 w 2689225"/>
              <a:gd name="connsiteY16" fmla="*/ 244339 h 1119057"/>
              <a:gd name="connsiteX17" fmla="*/ 2320925 w 2689225"/>
              <a:gd name="connsiteY17" fmla="*/ 501514 h 1119057"/>
              <a:gd name="connsiteX18" fmla="*/ 2689225 w 2689225"/>
              <a:gd name="connsiteY18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654175 w 2689225"/>
              <a:gd name="connsiteY12" fmla="*/ 825364 h 1119057"/>
              <a:gd name="connsiteX13" fmla="*/ 1822450 w 2689225"/>
              <a:gd name="connsiteY13" fmla="*/ 552314 h 1119057"/>
              <a:gd name="connsiteX14" fmla="*/ 1930400 w 2689225"/>
              <a:gd name="connsiteY14" fmla="*/ 339589 h 1119057"/>
              <a:gd name="connsiteX15" fmla="*/ 2133600 w 2689225"/>
              <a:gd name="connsiteY15" fmla="*/ 244339 h 1119057"/>
              <a:gd name="connsiteX16" fmla="*/ 2320925 w 2689225"/>
              <a:gd name="connsiteY16" fmla="*/ 501514 h 1119057"/>
              <a:gd name="connsiteX17" fmla="*/ 2689225 w 2689225"/>
              <a:gd name="connsiteY17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847725 w 2689225"/>
              <a:gd name="connsiteY4" fmla="*/ 218939 h 1119057"/>
              <a:gd name="connsiteX5" fmla="*/ 930275 w 2689225"/>
              <a:gd name="connsiteY5" fmla="*/ 72889 h 1119057"/>
              <a:gd name="connsiteX6" fmla="*/ 1095375 w 2689225"/>
              <a:gd name="connsiteY6" fmla="*/ 3039 h 1119057"/>
              <a:gd name="connsiteX7" fmla="*/ 1238250 w 2689225"/>
              <a:gd name="connsiteY7" fmla="*/ 168139 h 1119057"/>
              <a:gd name="connsiteX8" fmla="*/ 1336675 w 2689225"/>
              <a:gd name="connsiteY8" fmla="*/ 526914 h 1119057"/>
              <a:gd name="connsiteX9" fmla="*/ 1441450 w 2689225"/>
              <a:gd name="connsiteY9" fmla="*/ 777739 h 1119057"/>
              <a:gd name="connsiteX10" fmla="*/ 1527175 w 2689225"/>
              <a:gd name="connsiteY10" fmla="*/ 847589 h 1119057"/>
              <a:gd name="connsiteX11" fmla="*/ 1654175 w 2689225"/>
              <a:gd name="connsiteY11" fmla="*/ 825364 h 1119057"/>
              <a:gd name="connsiteX12" fmla="*/ 1822450 w 2689225"/>
              <a:gd name="connsiteY12" fmla="*/ 552314 h 1119057"/>
              <a:gd name="connsiteX13" fmla="*/ 1930400 w 2689225"/>
              <a:gd name="connsiteY13" fmla="*/ 339589 h 1119057"/>
              <a:gd name="connsiteX14" fmla="*/ 2133600 w 2689225"/>
              <a:gd name="connsiteY14" fmla="*/ 244339 h 1119057"/>
              <a:gd name="connsiteX15" fmla="*/ 2320925 w 2689225"/>
              <a:gd name="connsiteY15" fmla="*/ 501514 h 1119057"/>
              <a:gd name="connsiteX16" fmla="*/ 2689225 w 2689225"/>
              <a:gd name="connsiteY16" fmla="*/ 895214 h 1119057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1610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133600 w 2689225"/>
              <a:gd name="connsiteY12" fmla="*/ 244077 h 1118795"/>
              <a:gd name="connsiteX13" fmla="*/ 2320925 w 2689225"/>
              <a:gd name="connsiteY13" fmla="*/ 501252 h 1118795"/>
              <a:gd name="connsiteX14" fmla="*/ 2689225 w 2689225"/>
              <a:gd name="connsiteY14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320925 w 2689225"/>
              <a:gd name="connsiteY12" fmla="*/ 501252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1290 h 1119233"/>
              <a:gd name="connsiteX1" fmla="*/ 241300 w 2689225"/>
              <a:gd name="connsiteY1" fmla="*/ 1111290 h 1119233"/>
              <a:gd name="connsiteX2" fmla="*/ 415925 w 2689225"/>
              <a:gd name="connsiteY2" fmla="*/ 1028740 h 1119233"/>
              <a:gd name="connsiteX3" fmla="*/ 593725 w 2689225"/>
              <a:gd name="connsiteY3" fmla="*/ 816015 h 1119233"/>
              <a:gd name="connsiteX4" fmla="*/ 847725 w 2689225"/>
              <a:gd name="connsiteY4" fmla="*/ 219115 h 1119233"/>
              <a:gd name="connsiteX5" fmla="*/ 930275 w 2689225"/>
              <a:gd name="connsiteY5" fmla="*/ 68302 h 1119233"/>
              <a:gd name="connsiteX6" fmla="*/ 1095375 w 2689225"/>
              <a:gd name="connsiteY6" fmla="*/ 3215 h 1119233"/>
              <a:gd name="connsiteX7" fmla="*/ 1238250 w 2689225"/>
              <a:gd name="connsiteY7" fmla="*/ 168315 h 1119233"/>
              <a:gd name="connsiteX8" fmla="*/ 1336675 w 2689225"/>
              <a:gd name="connsiteY8" fmla="*/ 527090 h 1119233"/>
              <a:gd name="connsiteX9" fmla="*/ 1441450 w 2689225"/>
              <a:gd name="connsiteY9" fmla="*/ 777915 h 1119233"/>
              <a:gd name="connsiteX10" fmla="*/ 1654175 w 2689225"/>
              <a:gd name="connsiteY10" fmla="*/ 825540 h 1119233"/>
              <a:gd name="connsiteX11" fmla="*/ 1930400 w 2689225"/>
              <a:gd name="connsiteY11" fmla="*/ 333415 h 1119233"/>
              <a:gd name="connsiteX12" fmla="*/ 2286000 w 2689225"/>
              <a:gd name="connsiteY12" fmla="*/ 395328 h 1119233"/>
              <a:gd name="connsiteX13" fmla="*/ 2689225 w 2689225"/>
              <a:gd name="connsiteY13" fmla="*/ 895390 h 1119233"/>
              <a:gd name="connsiteX0" fmla="*/ 0 w 2689225"/>
              <a:gd name="connsiteY0" fmla="*/ 1110846 h 1118789"/>
              <a:gd name="connsiteX1" fmla="*/ 241300 w 2689225"/>
              <a:gd name="connsiteY1" fmla="*/ 1110846 h 1118789"/>
              <a:gd name="connsiteX2" fmla="*/ 415925 w 2689225"/>
              <a:gd name="connsiteY2" fmla="*/ 1028296 h 1118789"/>
              <a:gd name="connsiteX3" fmla="*/ 593725 w 2689225"/>
              <a:gd name="connsiteY3" fmla="*/ 815571 h 1118789"/>
              <a:gd name="connsiteX4" fmla="*/ 847725 w 2689225"/>
              <a:gd name="connsiteY4" fmla="*/ 218671 h 1118789"/>
              <a:gd name="connsiteX5" fmla="*/ 930275 w 2689225"/>
              <a:gd name="connsiteY5" fmla="*/ 67858 h 1118789"/>
              <a:gd name="connsiteX6" fmla="*/ 1095375 w 2689225"/>
              <a:gd name="connsiteY6" fmla="*/ 2771 h 1118789"/>
              <a:gd name="connsiteX7" fmla="*/ 1238250 w 2689225"/>
              <a:gd name="connsiteY7" fmla="*/ 167871 h 1118789"/>
              <a:gd name="connsiteX8" fmla="*/ 1336675 w 2689225"/>
              <a:gd name="connsiteY8" fmla="*/ 526646 h 1118789"/>
              <a:gd name="connsiteX9" fmla="*/ 1441450 w 2689225"/>
              <a:gd name="connsiteY9" fmla="*/ 777471 h 1118789"/>
              <a:gd name="connsiteX10" fmla="*/ 1654175 w 2689225"/>
              <a:gd name="connsiteY10" fmla="*/ 825096 h 1118789"/>
              <a:gd name="connsiteX11" fmla="*/ 1930400 w 2689225"/>
              <a:gd name="connsiteY11" fmla="*/ 332971 h 1118789"/>
              <a:gd name="connsiteX12" fmla="*/ 2286000 w 2689225"/>
              <a:gd name="connsiteY12" fmla="*/ 394884 h 1118789"/>
              <a:gd name="connsiteX13" fmla="*/ 2689225 w 2689225"/>
              <a:gd name="connsiteY13" fmla="*/ 894946 h 1118789"/>
              <a:gd name="connsiteX0" fmla="*/ 0 w 2689225"/>
              <a:gd name="connsiteY0" fmla="*/ 1111986 h 1119929"/>
              <a:gd name="connsiteX1" fmla="*/ 241300 w 2689225"/>
              <a:gd name="connsiteY1" fmla="*/ 1111986 h 1119929"/>
              <a:gd name="connsiteX2" fmla="*/ 415925 w 2689225"/>
              <a:gd name="connsiteY2" fmla="*/ 1029436 h 1119929"/>
              <a:gd name="connsiteX3" fmla="*/ 593725 w 2689225"/>
              <a:gd name="connsiteY3" fmla="*/ 816711 h 1119929"/>
              <a:gd name="connsiteX4" fmla="*/ 847725 w 2689225"/>
              <a:gd name="connsiteY4" fmla="*/ 219811 h 1119929"/>
              <a:gd name="connsiteX5" fmla="*/ 930275 w 2689225"/>
              <a:gd name="connsiteY5" fmla="*/ 68998 h 1119929"/>
              <a:gd name="connsiteX6" fmla="*/ 1095375 w 2689225"/>
              <a:gd name="connsiteY6" fmla="*/ 3911 h 1119929"/>
              <a:gd name="connsiteX7" fmla="*/ 1238250 w 2689225"/>
              <a:gd name="connsiteY7" fmla="*/ 169011 h 1119929"/>
              <a:gd name="connsiteX8" fmla="*/ 1336675 w 2689225"/>
              <a:gd name="connsiteY8" fmla="*/ 527786 h 1119929"/>
              <a:gd name="connsiteX9" fmla="*/ 1441450 w 2689225"/>
              <a:gd name="connsiteY9" fmla="*/ 778611 h 1119929"/>
              <a:gd name="connsiteX10" fmla="*/ 1654175 w 2689225"/>
              <a:gd name="connsiteY10" fmla="*/ 826236 h 1119929"/>
              <a:gd name="connsiteX11" fmla="*/ 1930400 w 2689225"/>
              <a:gd name="connsiteY11" fmla="*/ 334111 h 1119929"/>
              <a:gd name="connsiteX12" fmla="*/ 2286000 w 2689225"/>
              <a:gd name="connsiteY12" fmla="*/ 396024 h 1119929"/>
              <a:gd name="connsiteX13" fmla="*/ 2689225 w 2689225"/>
              <a:gd name="connsiteY13" fmla="*/ 896086 h 1119929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3027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2392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3146 h 1121089"/>
              <a:gd name="connsiteX1" fmla="*/ 241300 w 2689225"/>
              <a:gd name="connsiteY1" fmla="*/ 1113146 h 1121089"/>
              <a:gd name="connsiteX2" fmla="*/ 415925 w 2689225"/>
              <a:gd name="connsiteY2" fmla="*/ 1030596 h 1121089"/>
              <a:gd name="connsiteX3" fmla="*/ 593725 w 2689225"/>
              <a:gd name="connsiteY3" fmla="*/ 817871 h 1121089"/>
              <a:gd name="connsiteX4" fmla="*/ 847725 w 2689225"/>
              <a:gd name="connsiteY4" fmla="*/ 220971 h 1121089"/>
              <a:gd name="connsiteX5" fmla="*/ 923925 w 2689225"/>
              <a:gd name="connsiteY5" fmla="*/ 70158 h 1121089"/>
              <a:gd name="connsiteX6" fmla="*/ 1095375 w 2689225"/>
              <a:gd name="connsiteY6" fmla="*/ 5071 h 1121089"/>
              <a:gd name="connsiteX7" fmla="*/ 1238250 w 2689225"/>
              <a:gd name="connsiteY7" fmla="*/ 170171 h 1121089"/>
              <a:gd name="connsiteX8" fmla="*/ 1336675 w 2689225"/>
              <a:gd name="connsiteY8" fmla="*/ 528946 h 1121089"/>
              <a:gd name="connsiteX9" fmla="*/ 1441450 w 2689225"/>
              <a:gd name="connsiteY9" fmla="*/ 779771 h 1121089"/>
              <a:gd name="connsiteX10" fmla="*/ 1654175 w 2689225"/>
              <a:gd name="connsiteY10" fmla="*/ 827396 h 1121089"/>
              <a:gd name="connsiteX11" fmla="*/ 1930400 w 2689225"/>
              <a:gd name="connsiteY11" fmla="*/ 335271 h 1121089"/>
              <a:gd name="connsiteX12" fmla="*/ 2286000 w 2689225"/>
              <a:gd name="connsiteY12" fmla="*/ 397184 h 1121089"/>
              <a:gd name="connsiteX13" fmla="*/ 2689225 w 2689225"/>
              <a:gd name="connsiteY13" fmla="*/ 897246 h 1121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89225" h="1121089">
                <a:moveTo>
                  <a:pt x="0" y="1113146"/>
                </a:moveTo>
                <a:cubicBezTo>
                  <a:pt x="85989" y="1120025"/>
                  <a:pt x="171979" y="1126904"/>
                  <a:pt x="241300" y="1113146"/>
                </a:cubicBezTo>
                <a:cubicBezTo>
                  <a:pt x="310621" y="1099388"/>
                  <a:pt x="357188" y="1079808"/>
                  <a:pt x="415925" y="1030596"/>
                </a:cubicBezTo>
                <a:cubicBezTo>
                  <a:pt x="474663" y="981383"/>
                  <a:pt x="521758" y="952808"/>
                  <a:pt x="593725" y="817871"/>
                </a:cubicBezTo>
                <a:cubicBezTo>
                  <a:pt x="665692" y="682934"/>
                  <a:pt x="792692" y="345590"/>
                  <a:pt x="847725" y="220971"/>
                </a:cubicBezTo>
                <a:cubicBezTo>
                  <a:pt x="902758" y="96352"/>
                  <a:pt x="885824" y="126780"/>
                  <a:pt x="923925" y="70158"/>
                </a:cubicBezTo>
                <a:cubicBezTo>
                  <a:pt x="962026" y="13536"/>
                  <a:pt x="1042988" y="-11598"/>
                  <a:pt x="1095375" y="5071"/>
                </a:cubicBezTo>
                <a:cubicBezTo>
                  <a:pt x="1147762" y="21740"/>
                  <a:pt x="1193270" y="52697"/>
                  <a:pt x="1238250" y="170171"/>
                </a:cubicBezTo>
                <a:cubicBezTo>
                  <a:pt x="1283230" y="287645"/>
                  <a:pt x="1302808" y="427346"/>
                  <a:pt x="1336675" y="528946"/>
                </a:cubicBezTo>
                <a:cubicBezTo>
                  <a:pt x="1370542" y="630546"/>
                  <a:pt x="1382183" y="704629"/>
                  <a:pt x="1441450" y="779771"/>
                </a:cubicBezTo>
                <a:cubicBezTo>
                  <a:pt x="1500717" y="854913"/>
                  <a:pt x="1572683" y="901479"/>
                  <a:pt x="1654175" y="827396"/>
                </a:cubicBezTo>
                <a:cubicBezTo>
                  <a:pt x="1735667" y="753313"/>
                  <a:pt x="1855259" y="430786"/>
                  <a:pt x="1930400" y="335271"/>
                </a:cubicBezTo>
                <a:cubicBezTo>
                  <a:pt x="2005541" y="239756"/>
                  <a:pt x="2083329" y="161705"/>
                  <a:pt x="2286000" y="397184"/>
                </a:cubicBezTo>
                <a:cubicBezTo>
                  <a:pt x="2378604" y="505663"/>
                  <a:pt x="2551377" y="754635"/>
                  <a:pt x="2689225" y="897246"/>
                </a:cubicBezTo>
              </a:path>
            </a:pathLst>
          </a:custGeom>
          <a:noFill/>
          <a:ln w="130175">
            <a:gradFill>
              <a:gsLst>
                <a:gs pos="55000">
                  <a:srgbClr val="FF0000"/>
                </a:gs>
                <a:gs pos="79000">
                  <a:srgbClr val="8232B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3A90CAA4-9386-5166-E76C-25B4CB8BD5FE}"/>
              </a:ext>
            </a:extLst>
          </p:cNvPr>
          <p:cNvGrpSpPr/>
          <p:nvPr/>
        </p:nvGrpSpPr>
        <p:grpSpPr>
          <a:xfrm>
            <a:off x="8708956" y="805347"/>
            <a:ext cx="1573458" cy="1272644"/>
            <a:chOff x="5920938" y="2182282"/>
            <a:chExt cx="1996864" cy="1615104"/>
          </a:xfrm>
          <a:solidFill>
            <a:srgbClr val="8232B9"/>
          </a:solidFill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57FDD04-8177-EA23-BE85-2720007983A5}"/>
                </a:ext>
              </a:extLst>
            </p:cNvPr>
            <p:cNvSpPr/>
            <p:nvPr/>
          </p:nvSpPr>
          <p:spPr>
            <a:xfrm rot="2652461">
              <a:off x="7193491" y="3272240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1B48247-F645-E9EF-1BA2-9E38CF1B2665}"/>
                </a:ext>
              </a:extLst>
            </p:cNvPr>
            <p:cNvSpPr/>
            <p:nvPr/>
          </p:nvSpPr>
          <p:spPr>
            <a:xfrm rot="18861597">
              <a:off x="7126707" y="2899831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08" name="Groupe 107">
              <a:extLst>
                <a:ext uri="{FF2B5EF4-FFF2-40B4-BE49-F238E27FC236}">
                  <a16:creationId xmlns:a16="http://schemas.microsoft.com/office/drawing/2014/main" id="{E4ADFD85-08D9-B9E9-5E1D-EC3C7654E68F}"/>
                </a:ext>
              </a:extLst>
            </p:cNvPr>
            <p:cNvGrpSpPr/>
            <p:nvPr/>
          </p:nvGrpSpPr>
          <p:grpSpPr>
            <a:xfrm>
              <a:off x="5920938" y="2182282"/>
              <a:ext cx="1996864" cy="1615104"/>
              <a:chOff x="5920938" y="2182282"/>
              <a:chExt cx="1996864" cy="1615104"/>
            </a:xfrm>
            <a:grpFill/>
          </p:grpSpPr>
          <p:sp>
            <p:nvSpPr>
              <p:cNvPr id="109" name="Ellipse 108">
                <a:extLst>
                  <a:ext uri="{FF2B5EF4-FFF2-40B4-BE49-F238E27FC236}">
                    <a16:creationId xmlns:a16="http://schemas.microsoft.com/office/drawing/2014/main" id="{95B44749-1B7E-E5A6-D2CC-415FC8655280}"/>
                  </a:ext>
                </a:extLst>
              </p:cNvPr>
              <p:cNvSpPr/>
              <p:nvPr/>
            </p:nvSpPr>
            <p:spPr>
              <a:xfrm>
                <a:off x="6354234" y="2182282"/>
                <a:ext cx="399600" cy="39793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0" name="Ellipse 109">
                <a:extLst>
                  <a:ext uri="{FF2B5EF4-FFF2-40B4-BE49-F238E27FC236}">
                    <a16:creationId xmlns:a16="http://schemas.microsoft.com/office/drawing/2014/main" id="{63BB4DA8-555E-196D-8FF6-71B5E31A1106}"/>
                  </a:ext>
                </a:extLst>
              </p:cNvPr>
              <p:cNvSpPr/>
              <p:nvPr/>
            </p:nvSpPr>
            <p:spPr>
              <a:xfrm>
                <a:off x="7480827" y="2502022"/>
                <a:ext cx="409047" cy="40734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1" name="Ellipse 110">
                <a:extLst>
                  <a:ext uri="{FF2B5EF4-FFF2-40B4-BE49-F238E27FC236}">
                    <a16:creationId xmlns:a16="http://schemas.microsoft.com/office/drawing/2014/main" id="{E2FA86AC-0C3B-4479-EF1A-646C8C871BC4}"/>
                  </a:ext>
                </a:extLst>
              </p:cNvPr>
              <p:cNvSpPr/>
              <p:nvPr/>
            </p:nvSpPr>
            <p:spPr>
              <a:xfrm>
                <a:off x="7511002" y="3329387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2" name="Ellipse 111">
                <a:extLst>
                  <a:ext uri="{FF2B5EF4-FFF2-40B4-BE49-F238E27FC236}">
                    <a16:creationId xmlns:a16="http://schemas.microsoft.com/office/drawing/2014/main" id="{0195B742-D404-8F86-1F1B-FB6704232AEC}"/>
                  </a:ext>
                </a:extLst>
              </p:cNvPr>
              <p:cNvSpPr/>
              <p:nvPr/>
            </p:nvSpPr>
            <p:spPr>
              <a:xfrm>
                <a:off x="7000666" y="2927351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3" name="Ellipse 112">
                <a:extLst>
                  <a:ext uri="{FF2B5EF4-FFF2-40B4-BE49-F238E27FC236}">
                    <a16:creationId xmlns:a16="http://schemas.microsoft.com/office/drawing/2014/main" id="{A8E0BF92-2394-05E6-65A1-543F4010B622}"/>
                  </a:ext>
                </a:extLst>
              </p:cNvPr>
              <p:cNvSpPr/>
              <p:nvPr/>
            </p:nvSpPr>
            <p:spPr>
              <a:xfrm>
                <a:off x="6327982" y="3390586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2BDB9464-377D-8A94-C6E5-B5633BEFA524}"/>
                  </a:ext>
                </a:extLst>
              </p:cNvPr>
              <p:cNvSpPr/>
              <p:nvPr/>
            </p:nvSpPr>
            <p:spPr>
              <a:xfrm rot="2890174">
                <a:off x="6450539" y="2751248"/>
                <a:ext cx="926528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153C5381-02BD-F757-8D52-45C60FE28478}"/>
                  </a:ext>
                </a:extLst>
              </p:cNvPr>
              <p:cNvSpPr/>
              <p:nvPr/>
            </p:nvSpPr>
            <p:spPr>
              <a:xfrm rot="18912334">
                <a:off x="5920938" y="2656779"/>
                <a:ext cx="659362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 </a:t>
                </a:r>
              </a:p>
            </p:txBody>
          </p:sp>
        </p:grpSp>
      </p:grpSp>
      <p:sp>
        <p:nvSpPr>
          <p:cNvPr id="116" name="Forme libre : forme 177">
            <a:extLst>
              <a:ext uri="{FF2B5EF4-FFF2-40B4-BE49-F238E27FC236}">
                <a16:creationId xmlns:a16="http://schemas.microsoft.com/office/drawing/2014/main" id="{4FEF59F9-B7C7-029A-893F-B9B4DF7BEB4A}"/>
              </a:ext>
            </a:extLst>
          </p:cNvPr>
          <p:cNvSpPr/>
          <p:nvPr/>
        </p:nvSpPr>
        <p:spPr>
          <a:xfrm>
            <a:off x="6828986" y="272494"/>
            <a:ext cx="2792383" cy="2211491"/>
          </a:xfrm>
          <a:custGeom>
            <a:avLst/>
            <a:gdLst>
              <a:gd name="connsiteX0" fmla="*/ 293934 w 3543794"/>
              <a:gd name="connsiteY0" fmla="*/ 0 h 2806588"/>
              <a:gd name="connsiteX1" fmla="*/ 3249860 w 3543794"/>
              <a:gd name="connsiteY1" fmla="*/ 0 h 2806588"/>
              <a:gd name="connsiteX2" fmla="*/ 3543794 w 3543794"/>
              <a:gd name="connsiteY2" fmla="*/ 293934 h 2806588"/>
              <a:gd name="connsiteX3" fmla="*/ 3543794 w 3543794"/>
              <a:gd name="connsiteY3" fmla="*/ 1172555 h 2806588"/>
              <a:gd name="connsiteX4" fmla="*/ 3400811 w 3543794"/>
              <a:gd name="connsiteY4" fmla="*/ 1012808 h 2806588"/>
              <a:gd name="connsiteX5" fmla="*/ 3400811 w 3543794"/>
              <a:gd name="connsiteY5" fmla="*/ 353422 h 2806588"/>
              <a:gd name="connsiteX6" fmla="*/ 3199733 w 3543794"/>
              <a:gd name="connsiteY6" fmla="*/ 152344 h 2806588"/>
              <a:gd name="connsiteX7" fmla="*/ 346455 w 3543794"/>
              <a:gd name="connsiteY7" fmla="*/ 152344 h 2806588"/>
              <a:gd name="connsiteX8" fmla="*/ 145377 w 3543794"/>
              <a:gd name="connsiteY8" fmla="*/ 353422 h 2806588"/>
              <a:gd name="connsiteX9" fmla="*/ 145377 w 3543794"/>
              <a:gd name="connsiteY9" fmla="*/ 2453166 h 2806588"/>
              <a:gd name="connsiteX10" fmla="*/ 346455 w 3543794"/>
              <a:gd name="connsiteY10" fmla="*/ 2654244 h 2806588"/>
              <a:gd name="connsiteX11" fmla="*/ 3199733 w 3543794"/>
              <a:gd name="connsiteY11" fmla="*/ 2654244 h 2806588"/>
              <a:gd name="connsiteX12" fmla="*/ 3400811 w 3543794"/>
              <a:gd name="connsiteY12" fmla="*/ 2453166 h 2806588"/>
              <a:gd name="connsiteX13" fmla="*/ 3400811 w 3543794"/>
              <a:gd name="connsiteY13" fmla="*/ 1920315 h 2806588"/>
              <a:gd name="connsiteX14" fmla="*/ 3440550 w 3543794"/>
              <a:gd name="connsiteY14" fmla="*/ 1953102 h 2806588"/>
              <a:gd name="connsiteX15" fmla="*/ 3507197 w 3543794"/>
              <a:gd name="connsiteY15" fmla="*/ 1989277 h 2806588"/>
              <a:gd name="connsiteX16" fmla="*/ 3543794 w 3543794"/>
              <a:gd name="connsiteY16" fmla="*/ 2000637 h 2806588"/>
              <a:gd name="connsiteX17" fmla="*/ 3543794 w 3543794"/>
              <a:gd name="connsiteY17" fmla="*/ 2512654 h 2806588"/>
              <a:gd name="connsiteX18" fmla="*/ 3249860 w 3543794"/>
              <a:gd name="connsiteY18" fmla="*/ 2806588 h 2806588"/>
              <a:gd name="connsiteX19" fmla="*/ 293934 w 3543794"/>
              <a:gd name="connsiteY19" fmla="*/ 2806588 h 2806588"/>
              <a:gd name="connsiteX20" fmla="*/ 0 w 3543794"/>
              <a:gd name="connsiteY20" fmla="*/ 2512654 h 2806588"/>
              <a:gd name="connsiteX21" fmla="*/ 0 w 3543794"/>
              <a:gd name="connsiteY21" fmla="*/ 293934 h 2806588"/>
              <a:gd name="connsiteX22" fmla="*/ 293934 w 3543794"/>
              <a:gd name="connsiteY22" fmla="*/ 0 h 280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543794" h="2806588">
                <a:moveTo>
                  <a:pt x="293934" y="0"/>
                </a:moveTo>
                <a:lnTo>
                  <a:pt x="3249860" y="0"/>
                </a:lnTo>
                <a:cubicBezTo>
                  <a:pt x="3412195" y="0"/>
                  <a:pt x="3543794" y="131599"/>
                  <a:pt x="3543794" y="293934"/>
                </a:cubicBezTo>
                <a:lnTo>
                  <a:pt x="3543794" y="1172555"/>
                </a:lnTo>
                <a:lnTo>
                  <a:pt x="3400811" y="1012808"/>
                </a:lnTo>
                <a:lnTo>
                  <a:pt x="3400811" y="353422"/>
                </a:lnTo>
                <a:cubicBezTo>
                  <a:pt x="3400811" y="242370"/>
                  <a:pt x="3310785" y="152344"/>
                  <a:pt x="3199733" y="152344"/>
                </a:cubicBezTo>
                <a:lnTo>
                  <a:pt x="346455" y="152344"/>
                </a:lnTo>
                <a:cubicBezTo>
                  <a:pt x="235403" y="152344"/>
                  <a:pt x="145377" y="242370"/>
                  <a:pt x="145377" y="353422"/>
                </a:cubicBezTo>
                <a:lnTo>
                  <a:pt x="145377" y="2453166"/>
                </a:lnTo>
                <a:cubicBezTo>
                  <a:pt x="145377" y="2564218"/>
                  <a:pt x="235403" y="2654244"/>
                  <a:pt x="346455" y="2654244"/>
                </a:cubicBezTo>
                <a:lnTo>
                  <a:pt x="3199733" y="2654244"/>
                </a:lnTo>
                <a:cubicBezTo>
                  <a:pt x="3310785" y="2654244"/>
                  <a:pt x="3400811" y="2564218"/>
                  <a:pt x="3400811" y="2453166"/>
                </a:cubicBezTo>
                <a:lnTo>
                  <a:pt x="3400811" y="1920315"/>
                </a:lnTo>
                <a:lnTo>
                  <a:pt x="3440550" y="1953102"/>
                </a:lnTo>
                <a:cubicBezTo>
                  <a:pt x="3461423" y="1967204"/>
                  <a:pt x="3483726" y="1979350"/>
                  <a:pt x="3507197" y="1989277"/>
                </a:cubicBezTo>
                <a:lnTo>
                  <a:pt x="3543794" y="2000637"/>
                </a:lnTo>
                <a:lnTo>
                  <a:pt x="3543794" y="2512654"/>
                </a:lnTo>
                <a:cubicBezTo>
                  <a:pt x="3543794" y="2674989"/>
                  <a:pt x="3412195" y="2806588"/>
                  <a:pt x="3249860" y="2806588"/>
                </a:cubicBezTo>
                <a:lnTo>
                  <a:pt x="293934" y="2806588"/>
                </a:lnTo>
                <a:cubicBezTo>
                  <a:pt x="131599" y="2806588"/>
                  <a:pt x="0" y="2674989"/>
                  <a:pt x="0" y="2512654"/>
                </a:cubicBezTo>
                <a:lnTo>
                  <a:pt x="0" y="293934"/>
                </a:lnTo>
                <a:cubicBezTo>
                  <a:pt x="0" y="131599"/>
                  <a:pt x="131599" y="0"/>
                  <a:pt x="2939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17" name="Forme libre : forme 164">
            <a:extLst>
              <a:ext uri="{FF2B5EF4-FFF2-40B4-BE49-F238E27FC236}">
                <a16:creationId xmlns:a16="http://schemas.microsoft.com/office/drawing/2014/main" id="{98A5CF7A-E2B4-B1B3-A91F-C044D5CCB528}"/>
              </a:ext>
            </a:extLst>
          </p:cNvPr>
          <p:cNvSpPr/>
          <p:nvPr/>
        </p:nvSpPr>
        <p:spPr>
          <a:xfrm>
            <a:off x="6943454" y="3776460"/>
            <a:ext cx="3480706" cy="1971408"/>
          </a:xfrm>
          <a:custGeom>
            <a:avLst/>
            <a:gdLst>
              <a:gd name="connsiteX0" fmla="*/ 201078 w 4417340"/>
              <a:gd name="connsiteY0" fmla="*/ 0 h 2501900"/>
              <a:gd name="connsiteX1" fmla="*/ 3054356 w 4417340"/>
              <a:gd name="connsiteY1" fmla="*/ 0 h 2501900"/>
              <a:gd name="connsiteX2" fmla="*/ 3255434 w 4417340"/>
              <a:gd name="connsiteY2" fmla="*/ 201078 h 2501900"/>
              <a:gd name="connsiteX3" fmla="*/ 3255434 w 4417340"/>
              <a:gd name="connsiteY3" fmla="*/ 859213 h 2501900"/>
              <a:gd name="connsiteX4" fmla="*/ 3459729 w 4417340"/>
              <a:gd name="connsiteY4" fmla="*/ 1087460 h 2501900"/>
              <a:gd name="connsiteX5" fmla="*/ 3514649 w 4417340"/>
              <a:gd name="connsiteY5" fmla="*/ 1081924 h 2501900"/>
              <a:gd name="connsiteX6" fmla="*/ 3593722 w 4417340"/>
              <a:gd name="connsiteY6" fmla="*/ 1089895 h 2501900"/>
              <a:gd name="connsiteX7" fmla="*/ 3605912 w 4417340"/>
              <a:gd name="connsiteY7" fmla="*/ 1093679 h 2501900"/>
              <a:gd name="connsiteX8" fmla="*/ 3601411 w 4417340"/>
              <a:gd name="connsiteY8" fmla="*/ 1049221 h 2501900"/>
              <a:gd name="connsiteX9" fmla="*/ 3995934 w 4417340"/>
              <a:gd name="connsiteY9" fmla="*/ 656344 h 2501900"/>
              <a:gd name="connsiteX10" fmla="*/ 4390457 w 4417340"/>
              <a:gd name="connsiteY10" fmla="*/ 1049221 h 2501900"/>
              <a:gd name="connsiteX11" fmla="*/ 3995934 w 4417340"/>
              <a:gd name="connsiteY11" fmla="*/ 1442098 h 2501900"/>
              <a:gd name="connsiteX12" fmla="*/ 3916424 w 4417340"/>
              <a:gd name="connsiteY12" fmla="*/ 1434116 h 2501900"/>
              <a:gd name="connsiteX13" fmla="*/ 3902522 w 4417340"/>
              <a:gd name="connsiteY13" fmla="*/ 1429819 h 2501900"/>
              <a:gd name="connsiteX14" fmla="*/ 3907004 w 4417340"/>
              <a:gd name="connsiteY14" fmla="*/ 1474279 h 2501900"/>
              <a:gd name="connsiteX15" fmla="*/ 3903910 w 4417340"/>
              <a:gd name="connsiteY15" fmla="*/ 1504969 h 2501900"/>
              <a:gd name="connsiteX16" fmla="*/ 3945912 w 4417340"/>
              <a:gd name="connsiteY16" fmla="*/ 1491931 h 2501900"/>
              <a:gd name="connsiteX17" fmla="*/ 4024985 w 4417340"/>
              <a:gd name="connsiteY17" fmla="*/ 1483960 h 2501900"/>
              <a:gd name="connsiteX18" fmla="*/ 4417340 w 4417340"/>
              <a:gd name="connsiteY18" fmla="*/ 1876315 h 2501900"/>
              <a:gd name="connsiteX19" fmla="*/ 4024985 w 4417340"/>
              <a:gd name="connsiteY19" fmla="*/ 2268670 h 2501900"/>
              <a:gd name="connsiteX20" fmla="*/ 3632630 w 4417340"/>
              <a:gd name="connsiteY20" fmla="*/ 1876315 h 2501900"/>
              <a:gd name="connsiteX21" fmla="*/ 3635724 w 4417340"/>
              <a:gd name="connsiteY21" fmla="*/ 1845625 h 2501900"/>
              <a:gd name="connsiteX22" fmla="*/ 3593722 w 4417340"/>
              <a:gd name="connsiteY22" fmla="*/ 1858663 h 2501900"/>
              <a:gd name="connsiteX23" fmla="*/ 3514649 w 4417340"/>
              <a:gd name="connsiteY23" fmla="*/ 1866634 h 2501900"/>
              <a:gd name="connsiteX24" fmla="*/ 3295280 w 4417340"/>
              <a:gd name="connsiteY24" fmla="*/ 1799626 h 2501900"/>
              <a:gd name="connsiteX25" fmla="*/ 3255434 w 4417340"/>
              <a:gd name="connsiteY25" fmla="*/ 1766751 h 2501900"/>
              <a:gd name="connsiteX26" fmla="*/ 3255434 w 4417340"/>
              <a:gd name="connsiteY26" fmla="*/ 2300822 h 2501900"/>
              <a:gd name="connsiteX27" fmla="*/ 3054356 w 4417340"/>
              <a:gd name="connsiteY27" fmla="*/ 2501900 h 2501900"/>
              <a:gd name="connsiteX28" fmla="*/ 201078 w 4417340"/>
              <a:gd name="connsiteY28" fmla="*/ 2501900 h 2501900"/>
              <a:gd name="connsiteX29" fmla="*/ 0 w 4417340"/>
              <a:gd name="connsiteY29" fmla="*/ 2300822 h 2501900"/>
              <a:gd name="connsiteX30" fmla="*/ 0 w 4417340"/>
              <a:gd name="connsiteY30" fmla="*/ 201078 h 2501900"/>
              <a:gd name="connsiteX31" fmla="*/ 201078 w 4417340"/>
              <a:gd name="connsiteY31" fmla="*/ 0 h 250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417340" h="2501900">
                <a:moveTo>
                  <a:pt x="201078" y="0"/>
                </a:moveTo>
                <a:lnTo>
                  <a:pt x="3054356" y="0"/>
                </a:lnTo>
                <a:cubicBezTo>
                  <a:pt x="3165408" y="0"/>
                  <a:pt x="3255434" y="90026"/>
                  <a:pt x="3255434" y="201078"/>
                </a:cubicBezTo>
                <a:lnTo>
                  <a:pt x="3255434" y="859213"/>
                </a:lnTo>
                <a:lnTo>
                  <a:pt x="3459729" y="1087460"/>
                </a:lnTo>
                <a:lnTo>
                  <a:pt x="3514649" y="1081924"/>
                </a:lnTo>
                <a:cubicBezTo>
                  <a:pt x="3541735" y="1081924"/>
                  <a:pt x="3568181" y="1084669"/>
                  <a:pt x="3593722" y="1089895"/>
                </a:cubicBezTo>
                <a:lnTo>
                  <a:pt x="3605912" y="1093679"/>
                </a:lnTo>
                <a:lnTo>
                  <a:pt x="3601411" y="1049221"/>
                </a:lnTo>
                <a:cubicBezTo>
                  <a:pt x="3601411" y="832241"/>
                  <a:pt x="3778045" y="656344"/>
                  <a:pt x="3995934" y="656344"/>
                </a:cubicBezTo>
                <a:cubicBezTo>
                  <a:pt x="4213823" y="656344"/>
                  <a:pt x="4390457" y="832241"/>
                  <a:pt x="4390457" y="1049221"/>
                </a:cubicBezTo>
                <a:cubicBezTo>
                  <a:pt x="4390457" y="1266201"/>
                  <a:pt x="4213823" y="1442098"/>
                  <a:pt x="3995934" y="1442098"/>
                </a:cubicBezTo>
                <a:cubicBezTo>
                  <a:pt x="3968698" y="1442098"/>
                  <a:pt x="3942107" y="1439350"/>
                  <a:pt x="3916424" y="1434116"/>
                </a:cubicBezTo>
                <a:lnTo>
                  <a:pt x="3902522" y="1429819"/>
                </a:lnTo>
                <a:lnTo>
                  <a:pt x="3907004" y="1474279"/>
                </a:lnTo>
                <a:lnTo>
                  <a:pt x="3903910" y="1504969"/>
                </a:lnTo>
                <a:lnTo>
                  <a:pt x="3945912" y="1491931"/>
                </a:lnTo>
                <a:cubicBezTo>
                  <a:pt x="3971453" y="1486705"/>
                  <a:pt x="3997899" y="1483960"/>
                  <a:pt x="4024985" y="1483960"/>
                </a:cubicBezTo>
                <a:cubicBezTo>
                  <a:pt x="4241677" y="1483960"/>
                  <a:pt x="4417340" y="1659623"/>
                  <a:pt x="4417340" y="1876315"/>
                </a:cubicBezTo>
                <a:cubicBezTo>
                  <a:pt x="4417340" y="2093007"/>
                  <a:pt x="4241677" y="2268670"/>
                  <a:pt x="4024985" y="2268670"/>
                </a:cubicBezTo>
                <a:cubicBezTo>
                  <a:pt x="3808293" y="2268670"/>
                  <a:pt x="3632630" y="2093007"/>
                  <a:pt x="3632630" y="1876315"/>
                </a:cubicBezTo>
                <a:lnTo>
                  <a:pt x="3635724" y="1845625"/>
                </a:lnTo>
                <a:lnTo>
                  <a:pt x="3593722" y="1858663"/>
                </a:lnTo>
                <a:cubicBezTo>
                  <a:pt x="3568181" y="1863889"/>
                  <a:pt x="3541735" y="1866634"/>
                  <a:pt x="3514649" y="1866634"/>
                </a:cubicBezTo>
                <a:cubicBezTo>
                  <a:pt x="3433390" y="1866634"/>
                  <a:pt x="3357900" y="1841932"/>
                  <a:pt x="3295280" y="1799626"/>
                </a:cubicBezTo>
                <a:lnTo>
                  <a:pt x="3255434" y="1766751"/>
                </a:lnTo>
                <a:lnTo>
                  <a:pt x="3255434" y="2300822"/>
                </a:lnTo>
                <a:cubicBezTo>
                  <a:pt x="3255434" y="2411874"/>
                  <a:pt x="3165408" y="2501900"/>
                  <a:pt x="3054356" y="2501900"/>
                </a:cubicBezTo>
                <a:lnTo>
                  <a:pt x="201078" y="2501900"/>
                </a:lnTo>
                <a:cubicBezTo>
                  <a:pt x="90026" y="2501900"/>
                  <a:pt x="0" y="2411874"/>
                  <a:pt x="0" y="2300822"/>
                </a:cubicBezTo>
                <a:lnTo>
                  <a:pt x="0" y="201078"/>
                </a:lnTo>
                <a:cubicBezTo>
                  <a:pt x="0" y="90026"/>
                  <a:pt x="90026" y="0"/>
                  <a:pt x="2010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18" name="Forme libre : forme 165">
            <a:extLst>
              <a:ext uri="{FF2B5EF4-FFF2-40B4-BE49-F238E27FC236}">
                <a16:creationId xmlns:a16="http://schemas.microsoft.com/office/drawing/2014/main" id="{FDDABDA5-AD82-DAC1-65E5-6EDAE6BA26FA}"/>
              </a:ext>
            </a:extLst>
          </p:cNvPr>
          <p:cNvSpPr/>
          <p:nvPr/>
        </p:nvSpPr>
        <p:spPr>
          <a:xfrm>
            <a:off x="6936869" y="4506644"/>
            <a:ext cx="2146937" cy="883379"/>
          </a:xfrm>
          <a:custGeom>
            <a:avLst/>
            <a:gdLst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549400 w 2689225"/>
              <a:gd name="connsiteY12" fmla="*/ 838064 h 1119057"/>
              <a:gd name="connsiteX13" fmla="*/ 1654175 w 2689225"/>
              <a:gd name="connsiteY13" fmla="*/ 825364 h 1119057"/>
              <a:gd name="connsiteX14" fmla="*/ 1822450 w 2689225"/>
              <a:gd name="connsiteY14" fmla="*/ 552314 h 1119057"/>
              <a:gd name="connsiteX15" fmla="*/ 1930400 w 2689225"/>
              <a:gd name="connsiteY15" fmla="*/ 339589 h 1119057"/>
              <a:gd name="connsiteX16" fmla="*/ 2133600 w 2689225"/>
              <a:gd name="connsiteY16" fmla="*/ 244339 h 1119057"/>
              <a:gd name="connsiteX17" fmla="*/ 2320925 w 2689225"/>
              <a:gd name="connsiteY17" fmla="*/ 501514 h 1119057"/>
              <a:gd name="connsiteX18" fmla="*/ 2689225 w 2689225"/>
              <a:gd name="connsiteY18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654175 w 2689225"/>
              <a:gd name="connsiteY12" fmla="*/ 825364 h 1119057"/>
              <a:gd name="connsiteX13" fmla="*/ 1822450 w 2689225"/>
              <a:gd name="connsiteY13" fmla="*/ 552314 h 1119057"/>
              <a:gd name="connsiteX14" fmla="*/ 1930400 w 2689225"/>
              <a:gd name="connsiteY14" fmla="*/ 339589 h 1119057"/>
              <a:gd name="connsiteX15" fmla="*/ 2133600 w 2689225"/>
              <a:gd name="connsiteY15" fmla="*/ 244339 h 1119057"/>
              <a:gd name="connsiteX16" fmla="*/ 2320925 w 2689225"/>
              <a:gd name="connsiteY16" fmla="*/ 501514 h 1119057"/>
              <a:gd name="connsiteX17" fmla="*/ 2689225 w 2689225"/>
              <a:gd name="connsiteY17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847725 w 2689225"/>
              <a:gd name="connsiteY4" fmla="*/ 218939 h 1119057"/>
              <a:gd name="connsiteX5" fmla="*/ 930275 w 2689225"/>
              <a:gd name="connsiteY5" fmla="*/ 72889 h 1119057"/>
              <a:gd name="connsiteX6" fmla="*/ 1095375 w 2689225"/>
              <a:gd name="connsiteY6" fmla="*/ 3039 h 1119057"/>
              <a:gd name="connsiteX7" fmla="*/ 1238250 w 2689225"/>
              <a:gd name="connsiteY7" fmla="*/ 168139 h 1119057"/>
              <a:gd name="connsiteX8" fmla="*/ 1336675 w 2689225"/>
              <a:gd name="connsiteY8" fmla="*/ 526914 h 1119057"/>
              <a:gd name="connsiteX9" fmla="*/ 1441450 w 2689225"/>
              <a:gd name="connsiteY9" fmla="*/ 777739 h 1119057"/>
              <a:gd name="connsiteX10" fmla="*/ 1527175 w 2689225"/>
              <a:gd name="connsiteY10" fmla="*/ 847589 h 1119057"/>
              <a:gd name="connsiteX11" fmla="*/ 1654175 w 2689225"/>
              <a:gd name="connsiteY11" fmla="*/ 825364 h 1119057"/>
              <a:gd name="connsiteX12" fmla="*/ 1822450 w 2689225"/>
              <a:gd name="connsiteY12" fmla="*/ 552314 h 1119057"/>
              <a:gd name="connsiteX13" fmla="*/ 1930400 w 2689225"/>
              <a:gd name="connsiteY13" fmla="*/ 339589 h 1119057"/>
              <a:gd name="connsiteX14" fmla="*/ 2133600 w 2689225"/>
              <a:gd name="connsiteY14" fmla="*/ 244339 h 1119057"/>
              <a:gd name="connsiteX15" fmla="*/ 2320925 w 2689225"/>
              <a:gd name="connsiteY15" fmla="*/ 501514 h 1119057"/>
              <a:gd name="connsiteX16" fmla="*/ 2689225 w 2689225"/>
              <a:gd name="connsiteY16" fmla="*/ 895214 h 1119057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1610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133600 w 2689225"/>
              <a:gd name="connsiteY12" fmla="*/ 244077 h 1118795"/>
              <a:gd name="connsiteX13" fmla="*/ 2320925 w 2689225"/>
              <a:gd name="connsiteY13" fmla="*/ 501252 h 1118795"/>
              <a:gd name="connsiteX14" fmla="*/ 2689225 w 2689225"/>
              <a:gd name="connsiteY14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320925 w 2689225"/>
              <a:gd name="connsiteY12" fmla="*/ 501252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1290 h 1119233"/>
              <a:gd name="connsiteX1" fmla="*/ 241300 w 2689225"/>
              <a:gd name="connsiteY1" fmla="*/ 1111290 h 1119233"/>
              <a:gd name="connsiteX2" fmla="*/ 415925 w 2689225"/>
              <a:gd name="connsiteY2" fmla="*/ 1028740 h 1119233"/>
              <a:gd name="connsiteX3" fmla="*/ 593725 w 2689225"/>
              <a:gd name="connsiteY3" fmla="*/ 816015 h 1119233"/>
              <a:gd name="connsiteX4" fmla="*/ 847725 w 2689225"/>
              <a:gd name="connsiteY4" fmla="*/ 219115 h 1119233"/>
              <a:gd name="connsiteX5" fmla="*/ 930275 w 2689225"/>
              <a:gd name="connsiteY5" fmla="*/ 68302 h 1119233"/>
              <a:gd name="connsiteX6" fmla="*/ 1095375 w 2689225"/>
              <a:gd name="connsiteY6" fmla="*/ 3215 h 1119233"/>
              <a:gd name="connsiteX7" fmla="*/ 1238250 w 2689225"/>
              <a:gd name="connsiteY7" fmla="*/ 168315 h 1119233"/>
              <a:gd name="connsiteX8" fmla="*/ 1336675 w 2689225"/>
              <a:gd name="connsiteY8" fmla="*/ 527090 h 1119233"/>
              <a:gd name="connsiteX9" fmla="*/ 1441450 w 2689225"/>
              <a:gd name="connsiteY9" fmla="*/ 777915 h 1119233"/>
              <a:gd name="connsiteX10" fmla="*/ 1654175 w 2689225"/>
              <a:gd name="connsiteY10" fmla="*/ 825540 h 1119233"/>
              <a:gd name="connsiteX11" fmla="*/ 1930400 w 2689225"/>
              <a:gd name="connsiteY11" fmla="*/ 333415 h 1119233"/>
              <a:gd name="connsiteX12" fmla="*/ 2286000 w 2689225"/>
              <a:gd name="connsiteY12" fmla="*/ 395328 h 1119233"/>
              <a:gd name="connsiteX13" fmla="*/ 2689225 w 2689225"/>
              <a:gd name="connsiteY13" fmla="*/ 895390 h 1119233"/>
              <a:gd name="connsiteX0" fmla="*/ 0 w 2689225"/>
              <a:gd name="connsiteY0" fmla="*/ 1110846 h 1118789"/>
              <a:gd name="connsiteX1" fmla="*/ 241300 w 2689225"/>
              <a:gd name="connsiteY1" fmla="*/ 1110846 h 1118789"/>
              <a:gd name="connsiteX2" fmla="*/ 415925 w 2689225"/>
              <a:gd name="connsiteY2" fmla="*/ 1028296 h 1118789"/>
              <a:gd name="connsiteX3" fmla="*/ 593725 w 2689225"/>
              <a:gd name="connsiteY3" fmla="*/ 815571 h 1118789"/>
              <a:gd name="connsiteX4" fmla="*/ 847725 w 2689225"/>
              <a:gd name="connsiteY4" fmla="*/ 218671 h 1118789"/>
              <a:gd name="connsiteX5" fmla="*/ 930275 w 2689225"/>
              <a:gd name="connsiteY5" fmla="*/ 67858 h 1118789"/>
              <a:gd name="connsiteX6" fmla="*/ 1095375 w 2689225"/>
              <a:gd name="connsiteY6" fmla="*/ 2771 h 1118789"/>
              <a:gd name="connsiteX7" fmla="*/ 1238250 w 2689225"/>
              <a:gd name="connsiteY7" fmla="*/ 167871 h 1118789"/>
              <a:gd name="connsiteX8" fmla="*/ 1336675 w 2689225"/>
              <a:gd name="connsiteY8" fmla="*/ 526646 h 1118789"/>
              <a:gd name="connsiteX9" fmla="*/ 1441450 w 2689225"/>
              <a:gd name="connsiteY9" fmla="*/ 777471 h 1118789"/>
              <a:gd name="connsiteX10" fmla="*/ 1654175 w 2689225"/>
              <a:gd name="connsiteY10" fmla="*/ 825096 h 1118789"/>
              <a:gd name="connsiteX11" fmla="*/ 1930400 w 2689225"/>
              <a:gd name="connsiteY11" fmla="*/ 332971 h 1118789"/>
              <a:gd name="connsiteX12" fmla="*/ 2286000 w 2689225"/>
              <a:gd name="connsiteY12" fmla="*/ 394884 h 1118789"/>
              <a:gd name="connsiteX13" fmla="*/ 2689225 w 2689225"/>
              <a:gd name="connsiteY13" fmla="*/ 894946 h 1118789"/>
              <a:gd name="connsiteX0" fmla="*/ 0 w 2689225"/>
              <a:gd name="connsiteY0" fmla="*/ 1111986 h 1119929"/>
              <a:gd name="connsiteX1" fmla="*/ 241300 w 2689225"/>
              <a:gd name="connsiteY1" fmla="*/ 1111986 h 1119929"/>
              <a:gd name="connsiteX2" fmla="*/ 415925 w 2689225"/>
              <a:gd name="connsiteY2" fmla="*/ 1029436 h 1119929"/>
              <a:gd name="connsiteX3" fmla="*/ 593725 w 2689225"/>
              <a:gd name="connsiteY3" fmla="*/ 816711 h 1119929"/>
              <a:gd name="connsiteX4" fmla="*/ 847725 w 2689225"/>
              <a:gd name="connsiteY4" fmla="*/ 219811 h 1119929"/>
              <a:gd name="connsiteX5" fmla="*/ 930275 w 2689225"/>
              <a:gd name="connsiteY5" fmla="*/ 68998 h 1119929"/>
              <a:gd name="connsiteX6" fmla="*/ 1095375 w 2689225"/>
              <a:gd name="connsiteY6" fmla="*/ 3911 h 1119929"/>
              <a:gd name="connsiteX7" fmla="*/ 1238250 w 2689225"/>
              <a:gd name="connsiteY7" fmla="*/ 169011 h 1119929"/>
              <a:gd name="connsiteX8" fmla="*/ 1336675 w 2689225"/>
              <a:gd name="connsiteY8" fmla="*/ 527786 h 1119929"/>
              <a:gd name="connsiteX9" fmla="*/ 1441450 w 2689225"/>
              <a:gd name="connsiteY9" fmla="*/ 778611 h 1119929"/>
              <a:gd name="connsiteX10" fmla="*/ 1654175 w 2689225"/>
              <a:gd name="connsiteY10" fmla="*/ 826236 h 1119929"/>
              <a:gd name="connsiteX11" fmla="*/ 1930400 w 2689225"/>
              <a:gd name="connsiteY11" fmla="*/ 334111 h 1119929"/>
              <a:gd name="connsiteX12" fmla="*/ 2286000 w 2689225"/>
              <a:gd name="connsiteY12" fmla="*/ 396024 h 1119929"/>
              <a:gd name="connsiteX13" fmla="*/ 2689225 w 2689225"/>
              <a:gd name="connsiteY13" fmla="*/ 896086 h 1119929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3027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2392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3146 h 1121089"/>
              <a:gd name="connsiteX1" fmla="*/ 241300 w 2689225"/>
              <a:gd name="connsiteY1" fmla="*/ 1113146 h 1121089"/>
              <a:gd name="connsiteX2" fmla="*/ 415925 w 2689225"/>
              <a:gd name="connsiteY2" fmla="*/ 1030596 h 1121089"/>
              <a:gd name="connsiteX3" fmla="*/ 593725 w 2689225"/>
              <a:gd name="connsiteY3" fmla="*/ 817871 h 1121089"/>
              <a:gd name="connsiteX4" fmla="*/ 847725 w 2689225"/>
              <a:gd name="connsiteY4" fmla="*/ 220971 h 1121089"/>
              <a:gd name="connsiteX5" fmla="*/ 923925 w 2689225"/>
              <a:gd name="connsiteY5" fmla="*/ 70158 h 1121089"/>
              <a:gd name="connsiteX6" fmla="*/ 1095375 w 2689225"/>
              <a:gd name="connsiteY6" fmla="*/ 5071 h 1121089"/>
              <a:gd name="connsiteX7" fmla="*/ 1238250 w 2689225"/>
              <a:gd name="connsiteY7" fmla="*/ 170171 h 1121089"/>
              <a:gd name="connsiteX8" fmla="*/ 1336675 w 2689225"/>
              <a:gd name="connsiteY8" fmla="*/ 528946 h 1121089"/>
              <a:gd name="connsiteX9" fmla="*/ 1441450 w 2689225"/>
              <a:gd name="connsiteY9" fmla="*/ 779771 h 1121089"/>
              <a:gd name="connsiteX10" fmla="*/ 1654175 w 2689225"/>
              <a:gd name="connsiteY10" fmla="*/ 827396 h 1121089"/>
              <a:gd name="connsiteX11" fmla="*/ 1930400 w 2689225"/>
              <a:gd name="connsiteY11" fmla="*/ 335271 h 1121089"/>
              <a:gd name="connsiteX12" fmla="*/ 2286000 w 2689225"/>
              <a:gd name="connsiteY12" fmla="*/ 397184 h 1121089"/>
              <a:gd name="connsiteX13" fmla="*/ 2689225 w 2689225"/>
              <a:gd name="connsiteY13" fmla="*/ 897246 h 1121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89225" h="1121089">
                <a:moveTo>
                  <a:pt x="0" y="1113146"/>
                </a:moveTo>
                <a:cubicBezTo>
                  <a:pt x="85989" y="1120025"/>
                  <a:pt x="171979" y="1126904"/>
                  <a:pt x="241300" y="1113146"/>
                </a:cubicBezTo>
                <a:cubicBezTo>
                  <a:pt x="310621" y="1099388"/>
                  <a:pt x="357188" y="1079808"/>
                  <a:pt x="415925" y="1030596"/>
                </a:cubicBezTo>
                <a:cubicBezTo>
                  <a:pt x="474663" y="981383"/>
                  <a:pt x="521758" y="952808"/>
                  <a:pt x="593725" y="817871"/>
                </a:cubicBezTo>
                <a:cubicBezTo>
                  <a:pt x="665692" y="682934"/>
                  <a:pt x="792692" y="345590"/>
                  <a:pt x="847725" y="220971"/>
                </a:cubicBezTo>
                <a:cubicBezTo>
                  <a:pt x="902758" y="96352"/>
                  <a:pt x="885824" y="126780"/>
                  <a:pt x="923925" y="70158"/>
                </a:cubicBezTo>
                <a:cubicBezTo>
                  <a:pt x="962026" y="13536"/>
                  <a:pt x="1042988" y="-11598"/>
                  <a:pt x="1095375" y="5071"/>
                </a:cubicBezTo>
                <a:cubicBezTo>
                  <a:pt x="1147762" y="21740"/>
                  <a:pt x="1193270" y="52697"/>
                  <a:pt x="1238250" y="170171"/>
                </a:cubicBezTo>
                <a:cubicBezTo>
                  <a:pt x="1283230" y="287645"/>
                  <a:pt x="1302808" y="427346"/>
                  <a:pt x="1336675" y="528946"/>
                </a:cubicBezTo>
                <a:cubicBezTo>
                  <a:pt x="1370542" y="630546"/>
                  <a:pt x="1382183" y="704629"/>
                  <a:pt x="1441450" y="779771"/>
                </a:cubicBezTo>
                <a:cubicBezTo>
                  <a:pt x="1500717" y="854913"/>
                  <a:pt x="1572683" y="901479"/>
                  <a:pt x="1654175" y="827396"/>
                </a:cubicBezTo>
                <a:cubicBezTo>
                  <a:pt x="1735667" y="753313"/>
                  <a:pt x="1855259" y="430786"/>
                  <a:pt x="1930400" y="335271"/>
                </a:cubicBezTo>
                <a:cubicBezTo>
                  <a:pt x="2005541" y="239756"/>
                  <a:pt x="2083329" y="161705"/>
                  <a:pt x="2286000" y="397184"/>
                </a:cubicBezTo>
                <a:cubicBezTo>
                  <a:pt x="2378604" y="505663"/>
                  <a:pt x="2551377" y="754635"/>
                  <a:pt x="2689225" y="897246"/>
                </a:cubicBezTo>
              </a:path>
            </a:pathLst>
          </a:custGeom>
          <a:noFill/>
          <a:ln w="130175">
            <a:gradFill>
              <a:gsLst>
                <a:gs pos="55000">
                  <a:srgbClr val="FF0000"/>
                </a:gs>
                <a:gs pos="79000">
                  <a:srgbClr val="CC99FF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grpSp>
        <p:nvGrpSpPr>
          <p:cNvPr id="119" name="Groupe 118">
            <a:extLst>
              <a:ext uri="{FF2B5EF4-FFF2-40B4-BE49-F238E27FC236}">
                <a16:creationId xmlns:a16="http://schemas.microsoft.com/office/drawing/2014/main" id="{3A90CAA4-9386-5166-E76C-25B4CB8BD5FE}"/>
              </a:ext>
            </a:extLst>
          </p:cNvPr>
          <p:cNvGrpSpPr/>
          <p:nvPr/>
        </p:nvGrpSpPr>
        <p:grpSpPr>
          <a:xfrm>
            <a:off x="8708956" y="4189249"/>
            <a:ext cx="1573458" cy="1272644"/>
            <a:chOff x="5920938" y="2182282"/>
            <a:chExt cx="1996864" cy="1615104"/>
          </a:xfrm>
          <a:solidFill>
            <a:srgbClr val="CC99FF"/>
          </a:solidFill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E57FDD04-8177-EA23-BE85-2720007983A5}"/>
                </a:ext>
              </a:extLst>
            </p:cNvPr>
            <p:cNvSpPr/>
            <p:nvPr/>
          </p:nvSpPr>
          <p:spPr>
            <a:xfrm rot="2652461">
              <a:off x="7193491" y="3272240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F1B48247-F645-E9EF-1BA2-9E38CF1B2665}"/>
                </a:ext>
              </a:extLst>
            </p:cNvPr>
            <p:cNvSpPr/>
            <p:nvPr/>
          </p:nvSpPr>
          <p:spPr>
            <a:xfrm rot="18861597">
              <a:off x="7126707" y="2899831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22" name="Groupe 121">
              <a:extLst>
                <a:ext uri="{FF2B5EF4-FFF2-40B4-BE49-F238E27FC236}">
                  <a16:creationId xmlns:a16="http://schemas.microsoft.com/office/drawing/2014/main" id="{E4ADFD85-08D9-B9E9-5E1D-EC3C7654E68F}"/>
                </a:ext>
              </a:extLst>
            </p:cNvPr>
            <p:cNvGrpSpPr/>
            <p:nvPr/>
          </p:nvGrpSpPr>
          <p:grpSpPr>
            <a:xfrm>
              <a:off x="5920938" y="2182282"/>
              <a:ext cx="1996864" cy="1615104"/>
              <a:chOff x="5920938" y="2182282"/>
              <a:chExt cx="1996864" cy="1615104"/>
            </a:xfrm>
            <a:grpFill/>
          </p:grpSpPr>
          <p:sp>
            <p:nvSpPr>
              <p:cNvPr id="123" name="Ellipse 122">
                <a:extLst>
                  <a:ext uri="{FF2B5EF4-FFF2-40B4-BE49-F238E27FC236}">
                    <a16:creationId xmlns:a16="http://schemas.microsoft.com/office/drawing/2014/main" id="{95B44749-1B7E-E5A6-D2CC-415FC8655280}"/>
                  </a:ext>
                </a:extLst>
              </p:cNvPr>
              <p:cNvSpPr/>
              <p:nvPr/>
            </p:nvSpPr>
            <p:spPr>
              <a:xfrm>
                <a:off x="6354234" y="2182282"/>
                <a:ext cx="399600" cy="39793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4" name="Ellipse 123">
                <a:extLst>
                  <a:ext uri="{FF2B5EF4-FFF2-40B4-BE49-F238E27FC236}">
                    <a16:creationId xmlns:a16="http://schemas.microsoft.com/office/drawing/2014/main" id="{63BB4DA8-555E-196D-8FF6-71B5E31A1106}"/>
                  </a:ext>
                </a:extLst>
              </p:cNvPr>
              <p:cNvSpPr/>
              <p:nvPr/>
            </p:nvSpPr>
            <p:spPr>
              <a:xfrm>
                <a:off x="7480827" y="2502022"/>
                <a:ext cx="409047" cy="40734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5" name="Ellipse 124">
                <a:extLst>
                  <a:ext uri="{FF2B5EF4-FFF2-40B4-BE49-F238E27FC236}">
                    <a16:creationId xmlns:a16="http://schemas.microsoft.com/office/drawing/2014/main" id="{E2FA86AC-0C3B-4479-EF1A-646C8C871BC4}"/>
                  </a:ext>
                </a:extLst>
              </p:cNvPr>
              <p:cNvSpPr/>
              <p:nvPr/>
            </p:nvSpPr>
            <p:spPr>
              <a:xfrm>
                <a:off x="7511002" y="3329387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6" name="Ellipse 125">
                <a:extLst>
                  <a:ext uri="{FF2B5EF4-FFF2-40B4-BE49-F238E27FC236}">
                    <a16:creationId xmlns:a16="http://schemas.microsoft.com/office/drawing/2014/main" id="{0195B742-D404-8F86-1F1B-FB6704232AEC}"/>
                  </a:ext>
                </a:extLst>
              </p:cNvPr>
              <p:cNvSpPr/>
              <p:nvPr/>
            </p:nvSpPr>
            <p:spPr>
              <a:xfrm>
                <a:off x="7000666" y="2927351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7" name="Ellipse 126">
                <a:extLst>
                  <a:ext uri="{FF2B5EF4-FFF2-40B4-BE49-F238E27FC236}">
                    <a16:creationId xmlns:a16="http://schemas.microsoft.com/office/drawing/2014/main" id="{A8E0BF92-2394-05E6-65A1-543F4010B622}"/>
                  </a:ext>
                </a:extLst>
              </p:cNvPr>
              <p:cNvSpPr/>
              <p:nvPr/>
            </p:nvSpPr>
            <p:spPr>
              <a:xfrm>
                <a:off x="6327982" y="3390586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2BDB9464-377D-8A94-C6E5-B5633BEFA524}"/>
                  </a:ext>
                </a:extLst>
              </p:cNvPr>
              <p:cNvSpPr/>
              <p:nvPr/>
            </p:nvSpPr>
            <p:spPr>
              <a:xfrm rot="2890174">
                <a:off x="6450539" y="2751248"/>
                <a:ext cx="926528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153C5381-02BD-F757-8D52-45C60FE28478}"/>
                  </a:ext>
                </a:extLst>
              </p:cNvPr>
              <p:cNvSpPr/>
              <p:nvPr/>
            </p:nvSpPr>
            <p:spPr>
              <a:xfrm rot="18912334">
                <a:off x="5920938" y="2656779"/>
                <a:ext cx="659362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 </a:t>
                </a:r>
              </a:p>
            </p:txBody>
          </p:sp>
        </p:grpSp>
      </p:grpSp>
      <p:sp>
        <p:nvSpPr>
          <p:cNvPr id="130" name="Forme libre : forme 177">
            <a:extLst>
              <a:ext uri="{FF2B5EF4-FFF2-40B4-BE49-F238E27FC236}">
                <a16:creationId xmlns:a16="http://schemas.microsoft.com/office/drawing/2014/main" id="{4FEF59F9-B7C7-029A-893F-B9B4DF7BEB4A}"/>
              </a:ext>
            </a:extLst>
          </p:cNvPr>
          <p:cNvSpPr/>
          <p:nvPr/>
        </p:nvSpPr>
        <p:spPr>
          <a:xfrm>
            <a:off x="6828986" y="3656396"/>
            <a:ext cx="2792383" cy="2211491"/>
          </a:xfrm>
          <a:custGeom>
            <a:avLst/>
            <a:gdLst>
              <a:gd name="connsiteX0" fmla="*/ 293934 w 3543794"/>
              <a:gd name="connsiteY0" fmla="*/ 0 h 2806588"/>
              <a:gd name="connsiteX1" fmla="*/ 3249860 w 3543794"/>
              <a:gd name="connsiteY1" fmla="*/ 0 h 2806588"/>
              <a:gd name="connsiteX2" fmla="*/ 3543794 w 3543794"/>
              <a:gd name="connsiteY2" fmla="*/ 293934 h 2806588"/>
              <a:gd name="connsiteX3" fmla="*/ 3543794 w 3543794"/>
              <a:gd name="connsiteY3" fmla="*/ 1172555 h 2806588"/>
              <a:gd name="connsiteX4" fmla="*/ 3400811 w 3543794"/>
              <a:gd name="connsiteY4" fmla="*/ 1012808 h 2806588"/>
              <a:gd name="connsiteX5" fmla="*/ 3400811 w 3543794"/>
              <a:gd name="connsiteY5" fmla="*/ 353422 h 2806588"/>
              <a:gd name="connsiteX6" fmla="*/ 3199733 w 3543794"/>
              <a:gd name="connsiteY6" fmla="*/ 152344 h 2806588"/>
              <a:gd name="connsiteX7" fmla="*/ 346455 w 3543794"/>
              <a:gd name="connsiteY7" fmla="*/ 152344 h 2806588"/>
              <a:gd name="connsiteX8" fmla="*/ 145377 w 3543794"/>
              <a:gd name="connsiteY8" fmla="*/ 353422 h 2806588"/>
              <a:gd name="connsiteX9" fmla="*/ 145377 w 3543794"/>
              <a:gd name="connsiteY9" fmla="*/ 2453166 h 2806588"/>
              <a:gd name="connsiteX10" fmla="*/ 346455 w 3543794"/>
              <a:gd name="connsiteY10" fmla="*/ 2654244 h 2806588"/>
              <a:gd name="connsiteX11" fmla="*/ 3199733 w 3543794"/>
              <a:gd name="connsiteY11" fmla="*/ 2654244 h 2806588"/>
              <a:gd name="connsiteX12" fmla="*/ 3400811 w 3543794"/>
              <a:gd name="connsiteY12" fmla="*/ 2453166 h 2806588"/>
              <a:gd name="connsiteX13" fmla="*/ 3400811 w 3543794"/>
              <a:gd name="connsiteY13" fmla="*/ 1920315 h 2806588"/>
              <a:gd name="connsiteX14" fmla="*/ 3440550 w 3543794"/>
              <a:gd name="connsiteY14" fmla="*/ 1953102 h 2806588"/>
              <a:gd name="connsiteX15" fmla="*/ 3507197 w 3543794"/>
              <a:gd name="connsiteY15" fmla="*/ 1989277 h 2806588"/>
              <a:gd name="connsiteX16" fmla="*/ 3543794 w 3543794"/>
              <a:gd name="connsiteY16" fmla="*/ 2000637 h 2806588"/>
              <a:gd name="connsiteX17" fmla="*/ 3543794 w 3543794"/>
              <a:gd name="connsiteY17" fmla="*/ 2512654 h 2806588"/>
              <a:gd name="connsiteX18" fmla="*/ 3249860 w 3543794"/>
              <a:gd name="connsiteY18" fmla="*/ 2806588 h 2806588"/>
              <a:gd name="connsiteX19" fmla="*/ 293934 w 3543794"/>
              <a:gd name="connsiteY19" fmla="*/ 2806588 h 2806588"/>
              <a:gd name="connsiteX20" fmla="*/ 0 w 3543794"/>
              <a:gd name="connsiteY20" fmla="*/ 2512654 h 2806588"/>
              <a:gd name="connsiteX21" fmla="*/ 0 w 3543794"/>
              <a:gd name="connsiteY21" fmla="*/ 293934 h 2806588"/>
              <a:gd name="connsiteX22" fmla="*/ 293934 w 3543794"/>
              <a:gd name="connsiteY22" fmla="*/ 0 h 280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543794" h="2806588">
                <a:moveTo>
                  <a:pt x="293934" y="0"/>
                </a:moveTo>
                <a:lnTo>
                  <a:pt x="3249860" y="0"/>
                </a:lnTo>
                <a:cubicBezTo>
                  <a:pt x="3412195" y="0"/>
                  <a:pt x="3543794" y="131599"/>
                  <a:pt x="3543794" y="293934"/>
                </a:cubicBezTo>
                <a:lnTo>
                  <a:pt x="3543794" y="1172555"/>
                </a:lnTo>
                <a:lnTo>
                  <a:pt x="3400811" y="1012808"/>
                </a:lnTo>
                <a:lnTo>
                  <a:pt x="3400811" y="353422"/>
                </a:lnTo>
                <a:cubicBezTo>
                  <a:pt x="3400811" y="242370"/>
                  <a:pt x="3310785" y="152344"/>
                  <a:pt x="3199733" y="152344"/>
                </a:cubicBezTo>
                <a:lnTo>
                  <a:pt x="346455" y="152344"/>
                </a:lnTo>
                <a:cubicBezTo>
                  <a:pt x="235403" y="152344"/>
                  <a:pt x="145377" y="242370"/>
                  <a:pt x="145377" y="353422"/>
                </a:cubicBezTo>
                <a:lnTo>
                  <a:pt x="145377" y="2453166"/>
                </a:lnTo>
                <a:cubicBezTo>
                  <a:pt x="145377" y="2564218"/>
                  <a:pt x="235403" y="2654244"/>
                  <a:pt x="346455" y="2654244"/>
                </a:cubicBezTo>
                <a:lnTo>
                  <a:pt x="3199733" y="2654244"/>
                </a:lnTo>
                <a:cubicBezTo>
                  <a:pt x="3310785" y="2654244"/>
                  <a:pt x="3400811" y="2564218"/>
                  <a:pt x="3400811" y="2453166"/>
                </a:cubicBezTo>
                <a:lnTo>
                  <a:pt x="3400811" y="1920315"/>
                </a:lnTo>
                <a:lnTo>
                  <a:pt x="3440550" y="1953102"/>
                </a:lnTo>
                <a:cubicBezTo>
                  <a:pt x="3461423" y="1967204"/>
                  <a:pt x="3483726" y="1979350"/>
                  <a:pt x="3507197" y="1989277"/>
                </a:cubicBezTo>
                <a:lnTo>
                  <a:pt x="3543794" y="2000637"/>
                </a:lnTo>
                <a:lnTo>
                  <a:pt x="3543794" y="2512654"/>
                </a:lnTo>
                <a:cubicBezTo>
                  <a:pt x="3543794" y="2674989"/>
                  <a:pt x="3412195" y="2806588"/>
                  <a:pt x="3249860" y="2806588"/>
                </a:cubicBezTo>
                <a:lnTo>
                  <a:pt x="293934" y="2806588"/>
                </a:lnTo>
                <a:cubicBezTo>
                  <a:pt x="131599" y="2806588"/>
                  <a:pt x="0" y="2674989"/>
                  <a:pt x="0" y="2512654"/>
                </a:cubicBezTo>
                <a:lnTo>
                  <a:pt x="0" y="293934"/>
                </a:lnTo>
                <a:cubicBezTo>
                  <a:pt x="0" y="131599"/>
                  <a:pt x="131599" y="0"/>
                  <a:pt x="2939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0" name="Rectangle 19"/>
          <p:cNvSpPr/>
          <p:nvPr/>
        </p:nvSpPr>
        <p:spPr>
          <a:xfrm>
            <a:off x="1133528" y="2461832"/>
            <a:ext cx="17860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dirty="0" smtClean="0">
                <a:ln w="3175">
                  <a:solidFill>
                    <a:schemeClr val="bg1"/>
                  </a:solidFill>
                </a:ln>
                <a:solidFill>
                  <a:srgbClr val="00A5D2"/>
                </a:solidFill>
                <a:latin typeface="Arial Rounded MT Bold" panose="020F0704030504030204" pitchFamily="34" charset="0"/>
              </a:rPr>
              <a:t>Studio</a:t>
            </a:r>
            <a:endParaRPr lang="fr-FR" sz="4000" dirty="0">
              <a:ln w="3175">
                <a:solidFill>
                  <a:schemeClr val="bg1"/>
                </a:solidFill>
              </a:ln>
              <a:solidFill>
                <a:srgbClr val="00A5D2"/>
              </a:solidFill>
            </a:endParaRPr>
          </a:p>
        </p:txBody>
      </p:sp>
      <p:grpSp>
        <p:nvGrpSpPr>
          <p:cNvPr id="22" name="Groupe 21"/>
          <p:cNvGrpSpPr/>
          <p:nvPr/>
        </p:nvGrpSpPr>
        <p:grpSpPr>
          <a:xfrm>
            <a:off x="371515" y="2389962"/>
            <a:ext cx="901680" cy="830997"/>
            <a:chOff x="371515" y="2417856"/>
            <a:chExt cx="901680" cy="830997"/>
          </a:xfrm>
        </p:grpSpPr>
        <p:sp>
          <p:nvSpPr>
            <p:cNvPr id="21" name="Rectangle 20"/>
            <p:cNvSpPr/>
            <p:nvPr/>
          </p:nvSpPr>
          <p:spPr>
            <a:xfrm>
              <a:off x="371515" y="2431054"/>
              <a:ext cx="526106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400" dirty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</a:t>
              </a:r>
              <a:endParaRPr lang="fr-FR" sz="4400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23044" y="2417856"/>
              <a:ext cx="550151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800" dirty="0" smtClean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4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66" name="Rectangle 65"/>
          <p:cNvSpPr/>
          <p:nvPr/>
        </p:nvSpPr>
        <p:spPr>
          <a:xfrm>
            <a:off x="7682565" y="2486128"/>
            <a:ext cx="20871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dirty="0" smtClean="0">
                <a:ln w="3175">
                  <a:solidFill>
                    <a:schemeClr val="bg1"/>
                  </a:solidFill>
                </a:ln>
                <a:solidFill>
                  <a:srgbClr val="8232B9"/>
                </a:solidFill>
                <a:latin typeface="Arial Rounded MT Bold" panose="020F0704030504030204" pitchFamily="34" charset="0"/>
              </a:rPr>
              <a:t>formats</a:t>
            </a:r>
            <a:endParaRPr lang="fr-FR" sz="4000" dirty="0">
              <a:ln w="3175">
                <a:solidFill>
                  <a:schemeClr val="bg1"/>
                </a:solidFill>
              </a:ln>
              <a:solidFill>
                <a:srgbClr val="8232B9"/>
              </a:solidFill>
            </a:endParaRPr>
          </a:p>
        </p:txBody>
      </p:sp>
      <p:grpSp>
        <p:nvGrpSpPr>
          <p:cNvPr id="67" name="Groupe 66"/>
          <p:cNvGrpSpPr/>
          <p:nvPr/>
        </p:nvGrpSpPr>
        <p:grpSpPr>
          <a:xfrm>
            <a:off x="6920552" y="2414258"/>
            <a:ext cx="901680" cy="830997"/>
            <a:chOff x="371515" y="2417856"/>
            <a:chExt cx="901680" cy="830997"/>
          </a:xfrm>
        </p:grpSpPr>
        <p:sp>
          <p:nvSpPr>
            <p:cNvPr id="68" name="Rectangle 67"/>
            <p:cNvSpPr/>
            <p:nvPr/>
          </p:nvSpPr>
          <p:spPr>
            <a:xfrm>
              <a:off x="371515" y="2431054"/>
              <a:ext cx="526106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400" dirty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</a:t>
              </a:r>
              <a:endParaRPr lang="fr-FR" sz="4400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723044" y="2417856"/>
              <a:ext cx="550151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800" dirty="0" smtClean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4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0" name="Rectangle 69"/>
          <p:cNvSpPr/>
          <p:nvPr/>
        </p:nvSpPr>
        <p:spPr>
          <a:xfrm>
            <a:off x="8382291" y="5859104"/>
            <a:ext cx="6335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dirty="0" err="1" smtClean="0">
                <a:ln w="3175">
                  <a:solidFill>
                    <a:schemeClr val="bg1"/>
                  </a:solidFill>
                </a:ln>
                <a:solidFill>
                  <a:srgbClr val="CC99FF"/>
                </a:solidFill>
                <a:latin typeface="Arial Rounded MT Bold" panose="020F0704030504030204" pitchFamily="34" charset="0"/>
              </a:rPr>
              <a:t>io</a:t>
            </a:r>
            <a:endParaRPr lang="fr-FR" sz="4000" dirty="0">
              <a:ln w="3175">
                <a:solidFill>
                  <a:schemeClr val="bg1"/>
                </a:solidFill>
              </a:ln>
              <a:solidFill>
                <a:srgbClr val="CC99FF"/>
              </a:solidFill>
            </a:endParaRPr>
          </a:p>
        </p:txBody>
      </p:sp>
      <p:grpSp>
        <p:nvGrpSpPr>
          <p:cNvPr id="71" name="Groupe 70"/>
          <p:cNvGrpSpPr/>
          <p:nvPr/>
        </p:nvGrpSpPr>
        <p:grpSpPr>
          <a:xfrm>
            <a:off x="7620278" y="5787234"/>
            <a:ext cx="901680" cy="830997"/>
            <a:chOff x="371515" y="2417856"/>
            <a:chExt cx="901680" cy="830997"/>
          </a:xfrm>
        </p:grpSpPr>
        <p:sp>
          <p:nvSpPr>
            <p:cNvPr id="72" name="Rectangle 71"/>
            <p:cNvSpPr/>
            <p:nvPr/>
          </p:nvSpPr>
          <p:spPr>
            <a:xfrm>
              <a:off x="371515" y="2431054"/>
              <a:ext cx="526106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400" dirty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</a:t>
              </a:r>
              <a:endParaRPr lang="fr-FR" sz="4400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723044" y="2417856"/>
              <a:ext cx="550151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800" dirty="0" smtClean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4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4" name="Rectangle 73"/>
          <p:cNvSpPr/>
          <p:nvPr/>
        </p:nvSpPr>
        <p:spPr>
          <a:xfrm>
            <a:off x="1174215" y="5845906"/>
            <a:ext cx="168353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dirty="0" err="1" smtClean="0">
                <a:ln w="3175">
                  <a:solidFill>
                    <a:schemeClr val="bg1"/>
                  </a:solidFill>
                </a:ln>
                <a:solidFill>
                  <a:srgbClr val="FFBE00"/>
                </a:solidFill>
                <a:latin typeface="Arial Rounded MT Bold" panose="020F0704030504030204" pitchFamily="34" charset="0"/>
              </a:rPr>
              <a:t>Arena</a:t>
            </a:r>
            <a:endParaRPr lang="fr-FR" sz="4000" dirty="0">
              <a:ln w="3175">
                <a:solidFill>
                  <a:schemeClr val="bg1"/>
                </a:solidFill>
              </a:ln>
              <a:solidFill>
                <a:srgbClr val="FFBE00"/>
              </a:solidFill>
            </a:endParaRPr>
          </a:p>
        </p:txBody>
      </p:sp>
      <p:grpSp>
        <p:nvGrpSpPr>
          <p:cNvPr id="75" name="Groupe 74"/>
          <p:cNvGrpSpPr/>
          <p:nvPr/>
        </p:nvGrpSpPr>
        <p:grpSpPr>
          <a:xfrm>
            <a:off x="412202" y="5774036"/>
            <a:ext cx="901680" cy="830997"/>
            <a:chOff x="371515" y="2417856"/>
            <a:chExt cx="901680" cy="830997"/>
          </a:xfrm>
        </p:grpSpPr>
        <p:sp>
          <p:nvSpPr>
            <p:cNvPr id="76" name="Rectangle 75"/>
            <p:cNvSpPr/>
            <p:nvPr/>
          </p:nvSpPr>
          <p:spPr>
            <a:xfrm>
              <a:off x="371515" y="2431054"/>
              <a:ext cx="526106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400" dirty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</a:t>
              </a:r>
              <a:endParaRPr lang="fr-FR" sz="4400" dirty="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723044" y="2417856"/>
              <a:ext cx="550151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800" dirty="0" smtClean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48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007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e libre : forme 164">
            <a:extLst>
              <a:ext uri="{FF2B5EF4-FFF2-40B4-BE49-F238E27FC236}">
                <a16:creationId xmlns:a16="http://schemas.microsoft.com/office/drawing/2014/main" id="{98A5CF7A-E2B4-B1B3-A91F-C044D5CCB528}"/>
              </a:ext>
            </a:extLst>
          </p:cNvPr>
          <p:cNvSpPr/>
          <p:nvPr/>
        </p:nvSpPr>
        <p:spPr>
          <a:xfrm>
            <a:off x="283012" y="393236"/>
            <a:ext cx="3500380" cy="1982551"/>
          </a:xfrm>
          <a:custGeom>
            <a:avLst/>
            <a:gdLst>
              <a:gd name="connsiteX0" fmla="*/ 201078 w 4417340"/>
              <a:gd name="connsiteY0" fmla="*/ 0 h 2501900"/>
              <a:gd name="connsiteX1" fmla="*/ 3054356 w 4417340"/>
              <a:gd name="connsiteY1" fmla="*/ 0 h 2501900"/>
              <a:gd name="connsiteX2" fmla="*/ 3255434 w 4417340"/>
              <a:gd name="connsiteY2" fmla="*/ 201078 h 2501900"/>
              <a:gd name="connsiteX3" fmla="*/ 3255434 w 4417340"/>
              <a:gd name="connsiteY3" fmla="*/ 859213 h 2501900"/>
              <a:gd name="connsiteX4" fmla="*/ 3459729 w 4417340"/>
              <a:gd name="connsiteY4" fmla="*/ 1087460 h 2501900"/>
              <a:gd name="connsiteX5" fmla="*/ 3514649 w 4417340"/>
              <a:gd name="connsiteY5" fmla="*/ 1081924 h 2501900"/>
              <a:gd name="connsiteX6" fmla="*/ 3593722 w 4417340"/>
              <a:gd name="connsiteY6" fmla="*/ 1089895 h 2501900"/>
              <a:gd name="connsiteX7" fmla="*/ 3605912 w 4417340"/>
              <a:gd name="connsiteY7" fmla="*/ 1093679 h 2501900"/>
              <a:gd name="connsiteX8" fmla="*/ 3601411 w 4417340"/>
              <a:gd name="connsiteY8" fmla="*/ 1049221 h 2501900"/>
              <a:gd name="connsiteX9" fmla="*/ 3995934 w 4417340"/>
              <a:gd name="connsiteY9" fmla="*/ 656344 h 2501900"/>
              <a:gd name="connsiteX10" fmla="*/ 4390457 w 4417340"/>
              <a:gd name="connsiteY10" fmla="*/ 1049221 h 2501900"/>
              <a:gd name="connsiteX11" fmla="*/ 3995934 w 4417340"/>
              <a:gd name="connsiteY11" fmla="*/ 1442098 h 2501900"/>
              <a:gd name="connsiteX12" fmla="*/ 3916424 w 4417340"/>
              <a:gd name="connsiteY12" fmla="*/ 1434116 h 2501900"/>
              <a:gd name="connsiteX13" fmla="*/ 3902522 w 4417340"/>
              <a:gd name="connsiteY13" fmla="*/ 1429819 h 2501900"/>
              <a:gd name="connsiteX14" fmla="*/ 3907004 w 4417340"/>
              <a:gd name="connsiteY14" fmla="*/ 1474279 h 2501900"/>
              <a:gd name="connsiteX15" fmla="*/ 3903910 w 4417340"/>
              <a:gd name="connsiteY15" fmla="*/ 1504969 h 2501900"/>
              <a:gd name="connsiteX16" fmla="*/ 3945912 w 4417340"/>
              <a:gd name="connsiteY16" fmla="*/ 1491931 h 2501900"/>
              <a:gd name="connsiteX17" fmla="*/ 4024985 w 4417340"/>
              <a:gd name="connsiteY17" fmla="*/ 1483960 h 2501900"/>
              <a:gd name="connsiteX18" fmla="*/ 4417340 w 4417340"/>
              <a:gd name="connsiteY18" fmla="*/ 1876315 h 2501900"/>
              <a:gd name="connsiteX19" fmla="*/ 4024985 w 4417340"/>
              <a:gd name="connsiteY19" fmla="*/ 2268670 h 2501900"/>
              <a:gd name="connsiteX20" fmla="*/ 3632630 w 4417340"/>
              <a:gd name="connsiteY20" fmla="*/ 1876315 h 2501900"/>
              <a:gd name="connsiteX21" fmla="*/ 3635724 w 4417340"/>
              <a:gd name="connsiteY21" fmla="*/ 1845625 h 2501900"/>
              <a:gd name="connsiteX22" fmla="*/ 3593722 w 4417340"/>
              <a:gd name="connsiteY22" fmla="*/ 1858663 h 2501900"/>
              <a:gd name="connsiteX23" fmla="*/ 3514649 w 4417340"/>
              <a:gd name="connsiteY23" fmla="*/ 1866634 h 2501900"/>
              <a:gd name="connsiteX24" fmla="*/ 3295280 w 4417340"/>
              <a:gd name="connsiteY24" fmla="*/ 1799626 h 2501900"/>
              <a:gd name="connsiteX25" fmla="*/ 3255434 w 4417340"/>
              <a:gd name="connsiteY25" fmla="*/ 1766751 h 2501900"/>
              <a:gd name="connsiteX26" fmla="*/ 3255434 w 4417340"/>
              <a:gd name="connsiteY26" fmla="*/ 2300822 h 2501900"/>
              <a:gd name="connsiteX27" fmla="*/ 3054356 w 4417340"/>
              <a:gd name="connsiteY27" fmla="*/ 2501900 h 2501900"/>
              <a:gd name="connsiteX28" fmla="*/ 201078 w 4417340"/>
              <a:gd name="connsiteY28" fmla="*/ 2501900 h 2501900"/>
              <a:gd name="connsiteX29" fmla="*/ 0 w 4417340"/>
              <a:gd name="connsiteY29" fmla="*/ 2300822 h 2501900"/>
              <a:gd name="connsiteX30" fmla="*/ 0 w 4417340"/>
              <a:gd name="connsiteY30" fmla="*/ 201078 h 2501900"/>
              <a:gd name="connsiteX31" fmla="*/ 201078 w 4417340"/>
              <a:gd name="connsiteY31" fmla="*/ 0 h 250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417340" h="2501900">
                <a:moveTo>
                  <a:pt x="201078" y="0"/>
                </a:moveTo>
                <a:lnTo>
                  <a:pt x="3054356" y="0"/>
                </a:lnTo>
                <a:cubicBezTo>
                  <a:pt x="3165408" y="0"/>
                  <a:pt x="3255434" y="90026"/>
                  <a:pt x="3255434" y="201078"/>
                </a:cubicBezTo>
                <a:lnTo>
                  <a:pt x="3255434" y="859213"/>
                </a:lnTo>
                <a:lnTo>
                  <a:pt x="3459729" y="1087460"/>
                </a:lnTo>
                <a:lnTo>
                  <a:pt x="3514649" y="1081924"/>
                </a:lnTo>
                <a:cubicBezTo>
                  <a:pt x="3541735" y="1081924"/>
                  <a:pt x="3568181" y="1084669"/>
                  <a:pt x="3593722" y="1089895"/>
                </a:cubicBezTo>
                <a:lnTo>
                  <a:pt x="3605912" y="1093679"/>
                </a:lnTo>
                <a:lnTo>
                  <a:pt x="3601411" y="1049221"/>
                </a:lnTo>
                <a:cubicBezTo>
                  <a:pt x="3601411" y="832241"/>
                  <a:pt x="3778045" y="656344"/>
                  <a:pt x="3995934" y="656344"/>
                </a:cubicBezTo>
                <a:cubicBezTo>
                  <a:pt x="4213823" y="656344"/>
                  <a:pt x="4390457" y="832241"/>
                  <a:pt x="4390457" y="1049221"/>
                </a:cubicBezTo>
                <a:cubicBezTo>
                  <a:pt x="4390457" y="1266201"/>
                  <a:pt x="4213823" y="1442098"/>
                  <a:pt x="3995934" y="1442098"/>
                </a:cubicBezTo>
                <a:cubicBezTo>
                  <a:pt x="3968698" y="1442098"/>
                  <a:pt x="3942107" y="1439350"/>
                  <a:pt x="3916424" y="1434116"/>
                </a:cubicBezTo>
                <a:lnTo>
                  <a:pt x="3902522" y="1429819"/>
                </a:lnTo>
                <a:lnTo>
                  <a:pt x="3907004" y="1474279"/>
                </a:lnTo>
                <a:lnTo>
                  <a:pt x="3903910" y="1504969"/>
                </a:lnTo>
                <a:lnTo>
                  <a:pt x="3945912" y="1491931"/>
                </a:lnTo>
                <a:cubicBezTo>
                  <a:pt x="3971453" y="1486705"/>
                  <a:pt x="3997899" y="1483960"/>
                  <a:pt x="4024985" y="1483960"/>
                </a:cubicBezTo>
                <a:cubicBezTo>
                  <a:pt x="4241677" y="1483960"/>
                  <a:pt x="4417340" y="1659623"/>
                  <a:pt x="4417340" y="1876315"/>
                </a:cubicBezTo>
                <a:cubicBezTo>
                  <a:pt x="4417340" y="2093007"/>
                  <a:pt x="4241677" y="2268670"/>
                  <a:pt x="4024985" y="2268670"/>
                </a:cubicBezTo>
                <a:cubicBezTo>
                  <a:pt x="3808293" y="2268670"/>
                  <a:pt x="3632630" y="2093007"/>
                  <a:pt x="3632630" y="1876315"/>
                </a:cubicBezTo>
                <a:lnTo>
                  <a:pt x="3635724" y="1845625"/>
                </a:lnTo>
                <a:lnTo>
                  <a:pt x="3593722" y="1858663"/>
                </a:lnTo>
                <a:cubicBezTo>
                  <a:pt x="3568181" y="1863889"/>
                  <a:pt x="3541735" y="1866634"/>
                  <a:pt x="3514649" y="1866634"/>
                </a:cubicBezTo>
                <a:cubicBezTo>
                  <a:pt x="3433390" y="1866634"/>
                  <a:pt x="3357900" y="1841932"/>
                  <a:pt x="3295280" y="1799626"/>
                </a:cubicBezTo>
                <a:lnTo>
                  <a:pt x="3255434" y="1766751"/>
                </a:lnTo>
                <a:lnTo>
                  <a:pt x="3255434" y="2300822"/>
                </a:lnTo>
                <a:cubicBezTo>
                  <a:pt x="3255434" y="2411874"/>
                  <a:pt x="3165408" y="2501900"/>
                  <a:pt x="3054356" y="2501900"/>
                </a:cubicBezTo>
                <a:lnTo>
                  <a:pt x="201078" y="2501900"/>
                </a:lnTo>
                <a:cubicBezTo>
                  <a:pt x="90026" y="2501900"/>
                  <a:pt x="0" y="2411874"/>
                  <a:pt x="0" y="2300822"/>
                </a:cubicBezTo>
                <a:lnTo>
                  <a:pt x="0" y="201078"/>
                </a:lnTo>
                <a:cubicBezTo>
                  <a:pt x="0" y="90026"/>
                  <a:pt x="90026" y="0"/>
                  <a:pt x="2010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6" name="Forme libre : forme 165">
            <a:extLst>
              <a:ext uri="{FF2B5EF4-FFF2-40B4-BE49-F238E27FC236}">
                <a16:creationId xmlns:a16="http://schemas.microsoft.com/office/drawing/2014/main" id="{FDDABDA5-AD82-DAC1-65E5-6EDAE6BA26FA}"/>
              </a:ext>
            </a:extLst>
          </p:cNvPr>
          <p:cNvSpPr/>
          <p:nvPr/>
        </p:nvSpPr>
        <p:spPr>
          <a:xfrm>
            <a:off x="276390" y="1127548"/>
            <a:ext cx="2159072" cy="888372"/>
          </a:xfrm>
          <a:custGeom>
            <a:avLst/>
            <a:gdLst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549400 w 2689225"/>
              <a:gd name="connsiteY12" fmla="*/ 838064 h 1119057"/>
              <a:gd name="connsiteX13" fmla="*/ 1654175 w 2689225"/>
              <a:gd name="connsiteY13" fmla="*/ 825364 h 1119057"/>
              <a:gd name="connsiteX14" fmla="*/ 1822450 w 2689225"/>
              <a:gd name="connsiteY14" fmla="*/ 552314 h 1119057"/>
              <a:gd name="connsiteX15" fmla="*/ 1930400 w 2689225"/>
              <a:gd name="connsiteY15" fmla="*/ 339589 h 1119057"/>
              <a:gd name="connsiteX16" fmla="*/ 2133600 w 2689225"/>
              <a:gd name="connsiteY16" fmla="*/ 244339 h 1119057"/>
              <a:gd name="connsiteX17" fmla="*/ 2320925 w 2689225"/>
              <a:gd name="connsiteY17" fmla="*/ 501514 h 1119057"/>
              <a:gd name="connsiteX18" fmla="*/ 2689225 w 2689225"/>
              <a:gd name="connsiteY18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654175 w 2689225"/>
              <a:gd name="connsiteY12" fmla="*/ 825364 h 1119057"/>
              <a:gd name="connsiteX13" fmla="*/ 1822450 w 2689225"/>
              <a:gd name="connsiteY13" fmla="*/ 552314 h 1119057"/>
              <a:gd name="connsiteX14" fmla="*/ 1930400 w 2689225"/>
              <a:gd name="connsiteY14" fmla="*/ 339589 h 1119057"/>
              <a:gd name="connsiteX15" fmla="*/ 2133600 w 2689225"/>
              <a:gd name="connsiteY15" fmla="*/ 244339 h 1119057"/>
              <a:gd name="connsiteX16" fmla="*/ 2320925 w 2689225"/>
              <a:gd name="connsiteY16" fmla="*/ 501514 h 1119057"/>
              <a:gd name="connsiteX17" fmla="*/ 2689225 w 2689225"/>
              <a:gd name="connsiteY17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847725 w 2689225"/>
              <a:gd name="connsiteY4" fmla="*/ 218939 h 1119057"/>
              <a:gd name="connsiteX5" fmla="*/ 930275 w 2689225"/>
              <a:gd name="connsiteY5" fmla="*/ 72889 h 1119057"/>
              <a:gd name="connsiteX6" fmla="*/ 1095375 w 2689225"/>
              <a:gd name="connsiteY6" fmla="*/ 3039 h 1119057"/>
              <a:gd name="connsiteX7" fmla="*/ 1238250 w 2689225"/>
              <a:gd name="connsiteY7" fmla="*/ 168139 h 1119057"/>
              <a:gd name="connsiteX8" fmla="*/ 1336675 w 2689225"/>
              <a:gd name="connsiteY8" fmla="*/ 526914 h 1119057"/>
              <a:gd name="connsiteX9" fmla="*/ 1441450 w 2689225"/>
              <a:gd name="connsiteY9" fmla="*/ 777739 h 1119057"/>
              <a:gd name="connsiteX10" fmla="*/ 1527175 w 2689225"/>
              <a:gd name="connsiteY10" fmla="*/ 847589 h 1119057"/>
              <a:gd name="connsiteX11" fmla="*/ 1654175 w 2689225"/>
              <a:gd name="connsiteY11" fmla="*/ 825364 h 1119057"/>
              <a:gd name="connsiteX12" fmla="*/ 1822450 w 2689225"/>
              <a:gd name="connsiteY12" fmla="*/ 552314 h 1119057"/>
              <a:gd name="connsiteX13" fmla="*/ 1930400 w 2689225"/>
              <a:gd name="connsiteY13" fmla="*/ 339589 h 1119057"/>
              <a:gd name="connsiteX14" fmla="*/ 2133600 w 2689225"/>
              <a:gd name="connsiteY14" fmla="*/ 244339 h 1119057"/>
              <a:gd name="connsiteX15" fmla="*/ 2320925 w 2689225"/>
              <a:gd name="connsiteY15" fmla="*/ 501514 h 1119057"/>
              <a:gd name="connsiteX16" fmla="*/ 2689225 w 2689225"/>
              <a:gd name="connsiteY16" fmla="*/ 895214 h 1119057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1610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133600 w 2689225"/>
              <a:gd name="connsiteY12" fmla="*/ 244077 h 1118795"/>
              <a:gd name="connsiteX13" fmla="*/ 2320925 w 2689225"/>
              <a:gd name="connsiteY13" fmla="*/ 501252 h 1118795"/>
              <a:gd name="connsiteX14" fmla="*/ 2689225 w 2689225"/>
              <a:gd name="connsiteY14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320925 w 2689225"/>
              <a:gd name="connsiteY12" fmla="*/ 501252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1290 h 1119233"/>
              <a:gd name="connsiteX1" fmla="*/ 241300 w 2689225"/>
              <a:gd name="connsiteY1" fmla="*/ 1111290 h 1119233"/>
              <a:gd name="connsiteX2" fmla="*/ 415925 w 2689225"/>
              <a:gd name="connsiteY2" fmla="*/ 1028740 h 1119233"/>
              <a:gd name="connsiteX3" fmla="*/ 593725 w 2689225"/>
              <a:gd name="connsiteY3" fmla="*/ 816015 h 1119233"/>
              <a:gd name="connsiteX4" fmla="*/ 847725 w 2689225"/>
              <a:gd name="connsiteY4" fmla="*/ 219115 h 1119233"/>
              <a:gd name="connsiteX5" fmla="*/ 930275 w 2689225"/>
              <a:gd name="connsiteY5" fmla="*/ 68302 h 1119233"/>
              <a:gd name="connsiteX6" fmla="*/ 1095375 w 2689225"/>
              <a:gd name="connsiteY6" fmla="*/ 3215 h 1119233"/>
              <a:gd name="connsiteX7" fmla="*/ 1238250 w 2689225"/>
              <a:gd name="connsiteY7" fmla="*/ 168315 h 1119233"/>
              <a:gd name="connsiteX8" fmla="*/ 1336675 w 2689225"/>
              <a:gd name="connsiteY8" fmla="*/ 527090 h 1119233"/>
              <a:gd name="connsiteX9" fmla="*/ 1441450 w 2689225"/>
              <a:gd name="connsiteY9" fmla="*/ 777915 h 1119233"/>
              <a:gd name="connsiteX10" fmla="*/ 1654175 w 2689225"/>
              <a:gd name="connsiteY10" fmla="*/ 825540 h 1119233"/>
              <a:gd name="connsiteX11" fmla="*/ 1930400 w 2689225"/>
              <a:gd name="connsiteY11" fmla="*/ 333415 h 1119233"/>
              <a:gd name="connsiteX12" fmla="*/ 2286000 w 2689225"/>
              <a:gd name="connsiteY12" fmla="*/ 395328 h 1119233"/>
              <a:gd name="connsiteX13" fmla="*/ 2689225 w 2689225"/>
              <a:gd name="connsiteY13" fmla="*/ 895390 h 1119233"/>
              <a:gd name="connsiteX0" fmla="*/ 0 w 2689225"/>
              <a:gd name="connsiteY0" fmla="*/ 1110846 h 1118789"/>
              <a:gd name="connsiteX1" fmla="*/ 241300 w 2689225"/>
              <a:gd name="connsiteY1" fmla="*/ 1110846 h 1118789"/>
              <a:gd name="connsiteX2" fmla="*/ 415925 w 2689225"/>
              <a:gd name="connsiteY2" fmla="*/ 1028296 h 1118789"/>
              <a:gd name="connsiteX3" fmla="*/ 593725 w 2689225"/>
              <a:gd name="connsiteY3" fmla="*/ 815571 h 1118789"/>
              <a:gd name="connsiteX4" fmla="*/ 847725 w 2689225"/>
              <a:gd name="connsiteY4" fmla="*/ 218671 h 1118789"/>
              <a:gd name="connsiteX5" fmla="*/ 930275 w 2689225"/>
              <a:gd name="connsiteY5" fmla="*/ 67858 h 1118789"/>
              <a:gd name="connsiteX6" fmla="*/ 1095375 w 2689225"/>
              <a:gd name="connsiteY6" fmla="*/ 2771 h 1118789"/>
              <a:gd name="connsiteX7" fmla="*/ 1238250 w 2689225"/>
              <a:gd name="connsiteY7" fmla="*/ 167871 h 1118789"/>
              <a:gd name="connsiteX8" fmla="*/ 1336675 w 2689225"/>
              <a:gd name="connsiteY8" fmla="*/ 526646 h 1118789"/>
              <a:gd name="connsiteX9" fmla="*/ 1441450 w 2689225"/>
              <a:gd name="connsiteY9" fmla="*/ 777471 h 1118789"/>
              <a:gd name="connsiteX10" fmla="*/ 1654175 w 2689225"/>
              <a:gd name="connsiteY10" fmla="*/ 825096 h 1118789"/>
              <a:gd name="connsiteX11" fmla="*/ 1930400 w 2689225"/>
              <a:gd name="connsiteY11" fmla="*/ 332971 h 1118789"/>
              <a:gd name="connsiteX12" fmla="*/ 2286000 w 2689225"/>
              <a:gd name="connsiteY12" fmla="*/ 394884 h 1118789"/>
              <a:gd name="connsiteX13" fmla="*/ 2689225 w 2689225"/>
              <a:gd name="connsiteY13" fmla="*/ 894946 h 1118789"/>
              <a:gd name="connsiteX0" fmla="*/ 0 w 2689225"/>
              <a:gd name="connsiteY0" fmla="*/ 1111986 h 1119929"/>
              <a:gd name="connsiteX1" fmla="*/ 241300 w 2689225"/>
              <a:gd name="connsiteY1" fmla="*/ 1111986 h 1119929"/>
              <a:gd name="connsiteX2" fmla="*/ 415925 w 2689225"/>
              <a:gd name="connsiteY2" fmla="*/ 1029436 h 1119929"/>
              <a:gd name="connsiteX3" fmla="*/ 593725 w 2689225"/>
              <a:gd name="connsiteY3" fmla="*/ 816711 h 1119929"/>
              <a:gd name="connsiteX4" fmla="*/ 847725 w 2689225"/>
              <a:gd name="connsiteY4" fmla="*/ 219811 h 1119929"/>
              <a:gd name="connsiteX5" fmla="*/ 930275 w 2689225"/>
              <a:gd name="connsiteY5" fmla="*/ 68998 h 1119929"/>
              <a:gd name="connsiteX6" fmla="*/ 1095375 w 2689225"/>
              <a:gd name="connsiteY6" fmla="*/ 3911 h 1119929"/>
              <a:gd name="connsiteX7" fmla="*/ 1238250 w 2689225"/>
              <a:gd name="connsiteY7" fmla="*/ 169011 h 1119929"/>
              <a:gd name="connsiteX8" fmla="*/ 1336675 w 2689225"/>
              <a:gd name="connsiteY8" fmla="*/ 527786 h 1119929"/>
              <a:gd name="connsiteX9" fmla="*/ 1441450 w 2689225"/>
              <a:gd name="connsiteY9" fmla="*/ 778611 h 1119929"/>
              <a:gd name="connsiteX10" fmla="*/ 1654175 w 2689225"/>
              <a:gd name="connsiteY10" fmla="*/ 826236 h 1119929"/>
              <a:gd name="connsiteX11" fmla="*/ 1930400 w 2689225"/>
              <a:gd name="connsiteY11" fmla="*/ 334111 h 1119929"/>
              <a:gd name="connsiteX12" fmla="*/ 2286000 w 2689225"/>
              <a:gd name="connsiteY12" fmla="*/ 396024 h 1119929"/>
              <a:gd name="connsiteX13" fmla="*/ 2689225 w 2689225"/>
              <a:gd name="connsiteY13" fmla="*/ 896086 h 1119929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3027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2392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3146 h 1121089"/>
              <a:gd name="connsiteX1" fmla="*/ 241300 w 2689225"/>
              <a:gd name="connsiteY1" fmla="*/ 1113146 h 1121089"/>
              <a:gd name="connsiteX2" fmla="*/ 415925 w 2689225"/>
              <a:gd name="connsiteY2" fmla="*/ 1030596 h 1121089"/>
              <a:gd name="connsiteX3" fmla="*/ 593725 w 2689225"/>
              <a:gd name="connsiteY3" fmla="*/ 817871 h 1121089"/>
              <a:gd name="connsiteX4" fmla="*/ 847725 w 2689225"/>
              <a:gd name="connsiteY4" fmla="*/ 220971 h 1121089"/>
              <a:gd name="connsiteX5" fmla="*/ 923925 w 2689225"/>
              <a:gd name="connsiteY5" fmla="*/ 70158 h 1121089"/>
              <a:gd name="connsiteX6" fmla="*/ 1095375 w 2689225"/>
              <a:gd name="connsiteY6" fmla="*/ 5071 h 1121089"/>
              <a:gd name="connsiteX7" fmla="*/ 1238250 w 2689225"/>
              <a:gd name="connsiteY7" fmla="*/ 170171 h 1121089"/>
              <a:gd name="connsiteX8" fmla="*/ 1336675 w 2689225"/>
              <a:gd name="connsiteY8" fmla="*/ 528946 h 1121089"/>
              <a:gd name="connsiteX9" fmla="*/ 1441450 w 2689225"/>
              <a:gd name="connsiteY9" fmla="*/ 779771 h 1121089"/>
              <a:gd name="connsiteX10" fmla="*/ 1654175 w 2689225"/>
              <a:gd name="connsiteY10" fmla="*/ 827396 h 1121089"/>
              <a:gd name="connsiteX11" fmla="*/ 1930400 w 2689225"/>
              <a:gd name="connsiteY11" fmla="*/ 335271 h 1121089"/>
              <a:gd name="connsiteX12" fmla="*/ 2286000 w 2689225"/>
              <a:gd name="connsiteY12" fmla="*/ 397184 h 1121089"/>
              <a:gd name="connsiteX13" fmla="*/ 2689225 w 2689225"/>
              <a:gd name="connsiteY13" fmla="*/ 897246 h 1121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89225" h="1121089">
                <a:moveTo>
                  <a:pt x="0" y="1113146"/>
                </a:moveTo>
                <a:cubicBezTo>
                  <a:pt x="85989" y="1120025"/>
                  <a:pt x="171979" y="1126904"/>
                  <a:pt x="241300" y="1113146"/>
                </a:cubicBezTo>
                <a:cubicBezTo>
                  <a:pt x="310621" y="1099388"/>
                  <a:pt x="357188" y="1079808"/>
                  <a:pt x="415925" y="1030596"/>
                </a:cubicBezTo>
                <a:cubicBezTo>
                  <a:pt x="474663" y="981383"/>
                  <a:pt x="521758" y="952808"/>
                  <a:pt x="593725" y="817871"/>
                </a:cubicBezTo>
                <a:cubicBezTo>
                  <a:pt x="665692" y="682934"/>
                  <a:pt x="792692" y="345590"/>
                  <a:pt x="847725" y="220971"/>
                </a:cubicBezTo>
                <a:cubicBezTo>
                  <a:pt x="902758" y="96352"/>
                  <a:pt x="885824" y="126780"/>
                  <a:pt x="923925" y="70158"/>
                </a:cubicBezTo>
                <a:cubicBezTo>
                  <a:pt x="962026" y="13536"/>
                  <a:pt x="1042988" y="-11598"/>
                  <a:pt x="1095375" y="5071"/>
                </a:cubicBezTo>
                <a:cubicBezTo>
                  <a:pt x="1147762" y="21740"/>
                  <a:pt x="1193270" y="52697"/>
                  <a:pt x="1238250" y="170171"/>
                </a:cubicBezTo>
                <a:cubicBezTo>
                  <a:pt x="1283230" y="287645"/>
                  <a:pt x="1302808" y="427346"/>
                  <a:pt x="1336675" y="528946"/>
                </a:cubicBezTo>
                <a:cubicBezTo>
                  <a:pt x="1370542" y="630546"/>
                  <a:pt x="1382183" y="704629"/>
                  <a:pt x="1441450" y="779771"/>
                </a:cubicBezTo>
                <a:cubicBezTo>
                  <a:pt x="1500717" y="854913"/>
                  <a:pt x="1572683" y="901479"/>
                  <a:pt x="1654175" y="827396"/>
                </a:cubicBezTo>
                <a:cubicBezTo>
                  <a:pt x="1735667" y="753313"/>
                  <a:pt x="1855259" y="430786"/>
                  <a:pt x="1930400" y="335271"/>
                </a:cubicBezTo>
                <a:cubicBezTo>
                  <a:pt x="2005541" y="239756"/>
                  <a:pt x="2083329" y="161705"/>
                  <a:pt x="2286000" y="397184"/>
                </a:cubicBezTo>
                <a:cubicBezTo>
                  <a:pt x="2378604" y="505663"/>
                  <a:pt x="2551377" y="754635"/>
                  <a:pt x="2689225" y="897246"/>
                </a:cubicBezTo>
              </a:path>
            </a:pathLst>
          </a:custGeom>
          <a:noFill/>
          <a:ln w="130175">
            <a:gradFill>
              <a:gsLst>
                <a:gs pos="55000">
                  <a:srgbClr val="FF0000"/>
                </a:gs>
                <a:gs pos="79000">
                  <a:srgbClr val="D71E82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3A90CAA4-9386-5166-E76C-25B4CB8BD5FE}"/>
              </a:ext>
            </a:extLst>
          </p:cNvPr>
          <p:cNvGrpSpPr/>
          <p:nvPr/>
        </p:nvGrpSpPr>
        <p:grpSpPr>
          <a:xfrm>
            <a:off x="2058493" y="808359"/>
            <a:ext cx="1582351" cy="1279838"/>
            <a:chOff x="5920938" y="2182282"/>
            <a:chExt cx="1996864" cy="1615104"/>
          </a:xfrm>
          <a:solidFill>
            <a:srgbClr val="D71E82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7FDD04-8177-EA23-BE85-2720007983A5}"/>
                </a:ext>
              </a:extLst>
            </p:cNvPr>
            <p:cNvSpPr/>
            <p:nvPr/>
          </p:nvSpPr>
          <p:spPr>
            <a:xfrm rot="2652461">
              <a:off x="7193491" y="3272240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1B48247-F645-E9EF-1BA2-9E38CF1B2665}"/>
                </a:ext>
              </a:extLst>
            </p:cNvPr>
            <p:cNvSpPr/>
            <p:nvPr/>
          </p:nvSpPr>
          <p:spPr>
            <a:xfrm rot="18861597">
              <a:off x="7126707" y="2899831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E4ADFD85-08D9-B9E9-5E1D-EC3C7654E68F}"/>
                </a:ext>
              </a:extLst>
            </p:cNvPr>
            <p:cNvGrpSpPr/>
            <p:nvPr/>
          </p:nvGrpSpPr>
          <p:grpSpPr>
            <a:xfrm>
              <a:off x="5920938" y="2182282"/>
              <a:ext cx="1996864" cy="1615104"/>
              <a:chOff x="5920938" y="2182282"/>
              <a:chExt cx="1996864" cy="1615104"/>
            </a:xfrm>
            <a:grpFill/>
          </p:grpSpPr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95B44749-1B7E-E5A6-D2CC-415FC8655280}"/>
                  </a:ext>
                </a:extLst>
              </p:cNvPr>
              <p:cNvSpPr/>
              <p:nvPr/>
            </p:nvSpPr>
            <p:spPr>
              <a:xfrm>
                <a:off x="6354234" y="2182282"/>
                <a:ext cx="399600" cy="39793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63BB4DA8-555E-196D-8FF6-71B5E31A1106}"/>
                  </a:ext>
                </a:extLst>
              </p:cNvPr>
              <p:cNvSpPr/>
              <p:nvPr/>
            </p:nvSpPr>
            <p:spPr>
              <a:xfrm>
                <a:off x="7480827" y="2502022"/>
                <a:ext cx="409047" cy="40734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E2FA86AC-0C3B-4479-EF1A-646C8C871BC4}"/>
                  </a:ext>
                </a:extLst>
              </p:cNvPr>
              <p:cNvSpPr/>
              <p:nvPr/>
            </p:nvSpPr>
            <p:spPr>
              <a:xfrm>
                <a:off x="7511002" y="3329387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0195B742-D404-8F86-1F1B-FB6704232AEC}"/>
                  </a:ext>
                </a:extLst>
              </p:cNvPr>
              <p:cNvSpPr/>
              <p:nvPr/>
            </p:nvSpPr>
            <p:spPr>
              <a:xfrm>
                <a:off x="7000666" y="2927351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A8E0BF92-2394-05E6-65A1-543F4010B622}"/>
                  </a:ext>
                </a:extLst>
              </p:cNvPr>
              <p:cNvSpPr/>
              <p:nvPr/>
            </p:nvSpPr>
            <p:spPr>
              <a:xfrm>
                <a:off x="6327982" y="3390586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BDB9464-377D-8A94-C6E5-B5633BEFA524}"/>
                  </a:ext>
                </a:extLst>
              </p:cNvPr>
              <p:cNvSpPr/>
              <p:nvPr/>
            </p:nvSpPr>
            <p:spPr>
              <a:xfrm rot="2890174">
                <a:off x="6450539" y="2751248"/>
                <a:ext cx="926528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53C5381-02BD-F757-8D52-45C60FE28478}"/>
                  </a:ext>
                </a:extLst>
              </p:cNvPr>
              <p:cNvSpPr/>
              <p:nvPr/>
            </p:nvSpPr>
            <p:spPr>
              <a:xfrm rot="18912334">
                <a:off x="5920938" y="2656779"/>
                <a:ext cx="659362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 </a:t>
                </a:r>
              </a:p>
            </p:txBody>
          </p:sp>
        </p:grpSp>
      </p:grpSp>
      <p:sp>
        <p:nvSpPr>
          <p:cNvPr id="8" name="Forme libre : forme 177">
            <a:extLst>
              <a:ext uri="{FF2B5EF4-FFF2-40B4-BE49-F238E27FC236}">
                <a16:creationId xmlns:a16="http://schemas.microsoft.com/office/drawing/2014/main" id="{4FEF59F9-B7C7-029A-893F-B9B4DF7BEB4A}"/>
              </a:ext>
            </a:extLst>
          </p:cNvPr>
          <p:cNvSpPr/>
          <p:nvPr/>
        </p:nvSpPr>
        <p:spPr>
          <a:xfrm>
            <a:off x="167897" y="272494"/>
            <a:ext cx="2808167" cy="2223991"/>
          </a:xfrm>
          <a:custGeom>
            <a:avLst/>
            <a:gdLst>
              <a:gd name="connsiteX0" fmla="*/ 293934 w 3543794"/>
              <a:gd name="connsiteY0" fmla="*/ 0 h 2806588"/>
              <a:gd name="connsiteX1" fmla="*/ 3249860 w 3543794"/>
              <a:gd name="connsiteY1" fmla="*/ 0 h 2806588"/>
              <a:gd name="connsiteX2" fmla="*/ 3543794 w 3543794"/>
              <a:gd name="connsiteY2" fmla="*/ 293934 h 2806588"/>
              <a:gd name="connsiteX3" fmla="*/ 3543794 w 3543794"/>
              <a:gd name="connsiteY3" fmla="*/ 1172555 h 2806588"/>
              <a:gd name="connsiteX4" fmla="*/ 3400811 w 3543794"/>
              <a:gd name="connsiteY4" fmla="*/ 1012808 h 2806588"/>
              <a:gd name="connsiteX5" fmla="*/ 3400811 w 3543794"/>
              <a:gd name="connsiteY5" fmla="*/ 353422 h 2806588"/>
              <a:gd name="connsiteX6" fmla="*/ 3199733 w 3543794"/>
              <a:gd name="connsiteY6" fmla="*/ 152344 h 2806588"/>
              <a:gd name="connsiteX7" fmla="*/ 346455 w 3543794"/>
              <a:gd name="connsiteY7" fmla="*/ 152344 h 2806588"/>
              <a:gd name="connsiteX8" fmla="*/ 145377 w 3543794"/>
              <a:gd name="connsiteY8" fmla="*/ 353422 h 2806588"/>
              <a:gd name="connsiteX9" fmla="*/ 145377 w 3543794"/>
              <a:gd name="connsiteY9" fmla="*/ 2453166 h 2806588"/>
              <a:gd name="connsiteX10" fmla="*/ 346455 w 3543794"/>
              <a:gd name="connsiteY10" fmla="*/ 2654244 h 2806588"/>
              <a:gd name="connsiteX11" fmla="*/ 3199733 w 3543794"/>
              <a:gd name="connsiteY11" fmla="*/ 2654244 h 2806588"/>
              <a:gd name="connsiteX12" fmla="*/ 3400811 w 3543794"/>
              <a:gd name="connsiteY12" fmla="*/ 2453166 h 2806588"/>
              <a:gd name="connsiteX13" fmla="*/ 3400811 w 3543794"/>
              <a:gd name="connsiteY13" fmla="*/ 1920315 h 2806588"/>
              <a:gd name="connsiteX14" fmla="*/ 3440550 w 3543794"/>
              <a:gd name="connsiteY14" fmla="*/ 1953102 h 2806588"/>
              <a:gd name="connsiteX15" fmla="*/ 3507197 w 3543794"/>
              <a:gd name="connsiteY15" fmla="*/ 1989277 h 2806588"/>
              <a:gd name="connsiteX16" fmla="*/ 3543794 w 3543794"/>
              <a:gd name="connsiteY16" fmla="*/ 2000637 h 2806588"/>
              <a:gd name="connsiteX17" fmla="*/ 3543794 w 3543794"/>
              <a:gd name="connsiteY17" fmla="*/ 2512654 h 2806588"/>
              <a:gd name="connsiteX18" fmla="*/ 3249860 w 3543794"/>
              <a:gd name="connsiteY18" fmla="*/ 2806588 h 2806588"/>
              <a:gd name="connsiteX19" fmla="*/ 293934 w 3543794"/>
              <a:gd name="connsiteY19" fmla="*/ 2806588 h 2806588"/>
              <a:gd name="connsiteX20" fmla="*/ 0 w 3543794"/>
              <a:gd name="connsiteY20" fmla="*/ 2512654 h 2806588"/>
              <a:gd name="connsiteX21" fmla="*/ 0 w 3543794"/>
              <a:gd name="connsiteY21" fmla="*/ 293934 h 2806588"/>
              <a:gd name="connsiteX22" fmla="*/ 293934 w 3543794"/>
              <a:gd name="connsiteY22" fmla="*/ 0 h 280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543794" h="2806588">
                <a:moveTo>
                  <a:pt x="293934" y="0"/>
                </a:moveTo>
                <a:lnTo>
                  <a:pt x="3249860" y="0"/>
                </a:lnTo>
                <a:cubicBezTo>
                  <a:pt x="3412195" y="0"/>
                  <a:pt x="3543794" y="131599"/>
                  <a:pt x="3543794" y="293934"/>
                </a:cubicBezTo>
                <a:lnTo>
                  <a:pt x="3543794" y="1172555"/>
                </a:lnTo>
                <a:lnTo>
                  <a:pt x="3400811" y="1012808"/>
                </a:lnTo>
                <a:lnTo>
                  <a:pt x="3400811" y="353422"/>
                </a:lnTo>
                <a:cubicBezTo>
                  <a:pt x="3400811" y="242370"/>
                  <a:pt x="3310785" y="152344"/>
                  <a:pt x="3199733" y="152344"/>
                </a:cubicBezTo>
                <a:lnTo>
                  <a:pt x="346455" y="152344"/>
                </a:lnTo>
                <a:cubicBezTo>
                  <a:pt x="235403" y="152344"/>
                  <a:pt x="145377" y="242370"/>
                  <a:pt x="145377" y="353422"/>
                </a:cubicBezTo>
                <a:lnTo>
                  <a:pt x="145377" y="2453166"/>
                </a:lnTo>
                <a:cubicBezTo>
                  <a:pt x="145377" y="2564218"/>
                  <a:pt x="235403" y="2654244"/>
                  <a:pt x="346455" y="2654244"/>
                </a:cubicBezTo>
                <a:lnTo>
                  <a:pt x="3199733" y="2654244"/>
                </a:lnTo>
                <a:cubicBezTo>
                  <a:pt x="3310785" y="2654244"/>
                  <a:pt x="3400811" y="2564218"/>
                  <a:pt x="3400811" y="2453166"/>
                </a:cubicBezTo>
                <a:lnTo>
                  <a:pt x="3400811" y="1920315"/>
                </a:lnTo>
                <a:lnTo>
                  <a:pt x="3440550" y="1953102"/>
                </a:lnTo>
                <a:cubicBezTo>
                  <a:pt x="3461423" y="1967204"/>
                  <a:pt x="3483726" y="1979350"/>
                  <a:pt x="3507197" y="1989277"/>
                </a:cubicBezTo>
                <a:lnTo>
                  <a:pt x="3543794" y="2000637"/>
                </a:lnTo>
                <a:lnTo>
                  <a:pt x="3543794" y="2512654"/>
                </a:lnTo>
                <a:cubicBezTo>
                  <a:pt x="3543794" y="2674989"/>
                  <a:pt x="3412195" y="2806588"/>
                  <a:pt x="3249860" y="2806588"/>
                </a:cubicBezTo>
                <a:lnTo>
                  <a:pt x="293934" y="2806588"/>
                </a:lnTo>
                <a:cubicBezTo>
                  <a:pt x="131599" y="2806588"/>
                  <a:pt x="0" y="2674989"/>
                  <a:pt x="0" y="2512654"/>
                </a:cubicBezTo>
                <a:lnTo>
                  <a:pt x="0" y="293934"/>
                </a:lnTo>
                <a:cubicBezTo>
                  <a:pt x="0" y="131599"/>
                  <a:pt x="131599" y="0"/>
                  <a:pt x="2939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89" name="Forme libre : forme 164">
            <a:extLst>
              <a:ext uri="{FF2B5EF4-FFF2-40B4-BE49-F238E27FC236}">
                <a16:creationId xmlns:a16="http://schemas.microsoft.com/office/drawing/2014/main" id="{98A5CF7A-E2B4-B1B3-A91F-C044D5CCB528}"/>
              </a:ext>
            </a:extLst>
          </p:cNvPr>
          <p:cNvSpPr/>
          <p:nvPr/>
        </p:nvSpPr>
        <p:spPr>
          <a:xfrm>
            <a:off x="283012" y="3777138"/>
            <a:ext cx="3500380" cy="1982551"/>
          </a:xfrm>
          <a:custGeom>
            <a:avLst/>
            <a:gdLst>
              <a:gd name="connsiteX0" fmla="*/ 201078 w 4417340"/>
              <a:gd name="connsiteY0" fmla="*/ 0 h 2501900"/>
              <a:gd name="connsiteX1" fmla="*/ 3054356 w 4417340"/>
              <a:gd name="connsiteY1" fmla="*/ 0 h 2501900"/>
              <a:gd name="connsiteX2" fmla="*/ 3255434 w 4417340"/>
              <a:gd name="connsiteY2" fmla="*/ 201078 h 2501900"/>
              <a:gd name="connsiteX3" fmla="*/ 3255434 w 4417340"/>
              <a:gd name="connsiteY3" fmla="*/ 859213 h 2501900"/>
              <a:gd name="connsiteX4" fmla="*/ 3459729 w 4417340"/>
              <a:gd name="connsiteY4" fmla="*/ 1087460 h 2501900"/>
              <a:gd name="connsiteX5" fmla="*/ 3514649 w 4417340"/>
              <a:gd name="connsiteY5" fmla="*/ 1081924 h 2501900"/>
              <a:gd name="connsiteX6" fmla="*/ 3593722 w 4417340"/>
              <a:gd name="connsiteY6" fmla="*/ 1089895 h 2501900"/>
              <a:gd name="connsiteX7" fmla="*/ 3605912 w 4417340"/>
              <a:gd name="connsiteY7" fmla="*/ 1093679 h 2501900"/>
              <a:gd name="connsiteX8" fmla="*/ 3601411 w 4417340"/>
              <a:gd name="connsiteY8" fmla="*/ 1049221 h 2501900"/>
              <a:gd name="connsiteX9" fmla="*/ 3995934 w 4417340"/>
              <a:gd name="connsiteY9" fmla="*/ 656344 h 2501900"/>
              <a:gd name="connsiteX10" fmla="*/ 4390457 w 4417340"/>
              <a:gd name="connsiteY10" fmla="*/ 1049221 h 2501900"/>
              <a:gd name="connsiteX11" fmla="*/ 3995934 w 4417340"/>
              <a:gd name="connsiteY11" fmla="*/ 1442098 h 2501900"/>
              <a:gd name="connsiteX12" fmla="*/ 3916424 w 4417340"/>
              <a:gd name="connsiteY12" fmla="*/ 1434116 h 2501900"/>
              <a:gd name="connsiteX13" fmla="*/ 3902522 w 4417340"/>
              <a:gd name="connsiteY13" fmla="*/ 1429819 h 2501900"/>
              <a:gd name="connsiteX14" fmla="*/ 3907004 w 4417340"/>
              <a:gd name="connsiteY14" fmla="*/ 1474279 h 2501900"/>
              <a:gd name="connsiteX15" fmla="*/ 3903910 w 4417340"/>
              <a:gd name="connsiteY15" fmla="*/ 1504969 h 2501900"/>
              <a:gd name="connsiteX16" fmla="*/ 3945912 w 4417340"/>
              <a:gd name="connsiteY16" fmla="*/ 1491931 h 2501900"/>
              <a:gd name="connsiteX17" fmla="*/ 4024985 w 4417340"/>
              <a:gd name="connsiteY17" fmla="*/ 1483960 h 2501900"/>
              <a:gd name="connsiteX18" fmla="*/ 4417340 w 4417340"/>
              <a:gd name="connsiteY18" fmla="*/ 1876315 h 2501900"/>
              <a:gd name="connsiteX19" fmla="*/ 4024985 w 4417340"/>
              <a:gd name="connsiteY19" fmla="*/ 2268670 h 2501900"/>
              <a:gd name="connsiteX20" fmla="*/ 3632630 w 4417340"/>
              <a:gd name="connsiteY20" fmla="*/ 1876315 h 2501900"/>
              <a:gd name="connsiteX21" fmla="*/ 3635724 w 4417340"/>
              <a:gd name="connsiteY21" fmla="*/ 1845625 h 2501900"/>
              <a:gd name="connsiteX22" fmla="*/ 3593722 w 4417340"/>
              <a:gd name="connsiteY22" fmla="*/ 1858663 h 2501900"/>
              <a:gd name="connsiteX23" fmla="*/ 3514649 w 4417340"/>
              <a:gd name="connsiteY23" fmla="*/ 1866634 h 2501900"/>
              <a:gd name="connsiteX24" fmla="*/ 3295280 w 4417340"/>
              <a:gd name="connsiteY24" fmla="*/ 1799626 h 2501900"/>
              <a:gd name="connsiteX25" fmla="*/ 3255434 w 4417340"/>
              <a:gd name="connsiteY25" fmla="*/ 1766751 h 2501900"/>
              <a:gd name="connsiteX26" fmla="*/ 3255434 w 4417340"/>
              <a:gd name="connsiteY26" fmla="*/ 2300822 h 2501900"/>
              <a:gd name="connsiteX27" fmla="*/ 3054356 w 4417340"/>
              <a:gd name="connsiteY27" fmla="*/ 2501900 h 2501900"/>
              <a:gd name="connsiteX28" fmla="*/ 201078 w 4417340"/>
              <a:gd name="connsiteY28" fmla="*/ 2501900 h 2501900"/>
              <a:gd name="connsiteX29" fmla="*/ 0 w 4417340"/>
              <a:gd name="connsiteY29" fmla="*/ 2300822 h 2501900"/>
              <a:gd name="connsiteX30" fmla="*/ 0 w 4417340"/>
              <a:gd name="connsiteY30" fmla="*/ 201078 h 2501900"/>
              <a:gd name="connsiteX31" fmla="*/ 201078 w 4417340"/>
              <a:gd name="connsiteY31" fmla="*/ 0 h 250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417340" h="2501900">
                <a:moveTo>
                  <a:pt x="201078" y="0"/>
                </a:moveTo>
                <a:lnTo>
                  <a:pt x="3054356" y="0"/>
                </a:lnTo>
                <a:cubicBezTo>
                  <a:pt x="3165408" y="0"/>
                  <a:pt x="3255434" y="90026"/>
                  <a:pt x="3255434" y="201078"/>
                </a:cubicBezTo>
                <a:lnTo>
                  <a:pt x="3255434" y="859213"/>
                </a:lnTo>
                <a:lnTo>
                  <a:pt x="3459729" y="1087460"/>
                </a:lnTo>
                <a:lnTo>
                  <a:pt x="3514649" y="1081924"/>
                </a:lnTo>
                <a:cubicBezTo>
                  <a:pt x="3541735" y="1081924"/>
                  <a:pt x="3568181" y="1084669"/>
                  <a:pt x="3593722" y="1089895"/>
                </a:cubicBezTo>
                <a:lnTo>
                  <a:pt x="3605912" y="1093679"/>
                </a:lnTo>
                <a:lnTo>
                  <a:pt x="3601411" y="1049221"/>
                </a:lnTo>
                <a:cubicBezTo>
                  <a:pt x="3601411" y="832241"/>
                  <a:pt x="3778045" y="656344"/>
                  <a:pt x="3995934" y="656344"/>
                </a:cubicBezTo>
                <a:cubicBezTo>
                  <a:pt x="4213823" y="656344"/>
                  <a:pt x="4390457" y="832241"/>
                  <a:pt x="4390457" y="1049221"/>
                </a:cubicBezTo>
                <a:cubicBezTo>
                  <a:pt x="4390457" y="1266201"/>
                  <a:pt x="4213823" y="1442098"/>
                  <a:pt x="3995934" y="1442098"/>
                </a:cubicBezTo>
                <a:cubicBezTo>
                  <a:pt x="3968698" y="1442098"/>
                  <a:pt x="3942107" y="1439350"/>
                  <a:pt x="3916424" y="1434116"/>
                </a:cubicBezTo>
                <a:lnTo>
                  <a:pt x="3902522" y="1429819"/>
                </a:lnTo>
                <a:lnTo>
                  <a:pt x="3907004" y="1474279"/>
                </a:lnTo>
                <a:lnTo>
                  <a:pt x="3903910" y="1504969"/>
                </a:lnTo>
                <a:lnTo>
                  <a:pt x="3945912" y="1491931"/>
                </a:lnTo>
                <a:cubicBezTo>
                  <a:pt x="3971453" y="1486705"/>
                  <a:pt x="3997899" y="1483960"/>
                  <a:pt x="4024985" y="1483960"/>
                </a:cubicBezTo>
                <a:cubicBezTo>
                  <a:pt x="4241677" y="1483960"/>
                  <a:pt x="4417340" y="1659623"/>
                  <a:pt x="4417340" y="1876315"/>
                </a:cubicBezTo>
                <a:cubicBezTo>
                  <a:pt x="4417340" y="2093007"/>
                  <a:pt x="4241677" y="2268670"/>
                  <a:pt x="4024985" y="2268670"/>
                </a:cubicBezTo>
                <a:cubicBezTo>
                  <a:pt x="3808293" y="2268670"/>
                  <a:pt x="3632630" y="2093007"/>
                  <a:pt x="3632630" y="1876315"/>
                </a:cubicBezTo>
                <a:lnTo>
                  <a:pt x="3635724" y="1845625"/>
                </a:lnTo>
                <a:lnTo>
                  <a:pt x="3593722" y="1858663"/>
                </a:lnTo>
                <a:cubicBezTo>
                  <a:pt x="3568181" y="1863889"/>
                  <a:pt x="3541735" y="1866634"/>
                  <a:pt x="3514649" y="1866634"/>
                </a:cubicBezTo>
                <a:cubicBezTo>
                  <a:pt x="3433390" y="1866634"/>
                  <a:pt x="3357900" y="1841932"/>
                  <a:pt x="3295280" y="1799626"/>
                </a:cubicBezTo>
                <a:lnTo>
                  <a:pt x="3255434" y="1766751"/>
                </a:lnTo>
                <a:lnTo>
                  <a:pt x="3255434" y="2300822"/>
                </a:lnTo>
                <a:cubicBezTo>
                  <a:pt x="3255434" y="2411874"/>
                  <a:pt x="3165408" y="2501900"/>
                  <a:pt x="3054356" y="2501900"/>
                </a:cubicBezTo>
                <a:lnTo>
                  <a:pt x="201078" y="2501900"/>
                </a:lnTo>
                <a:cubicBezTo>
                  <a:pt x="90026" y="2501900"/>
                  <a:pt x="0" y="2411874"/>
                  <a:pt x="0" y="2300822"/>
                </a:cubicBezTo>
                <a:lnTo>
                  <a:pt x="0" y="201078"/>
                </a:lnTo>
                <a:cubicBezTo>
                  <a:pt x="0" y="90026"/>
                  <a:pt x="90026" y="0"/>
                  <a:pt x="2010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90" name="Forme libre : forme 165">
            <a:extLst>
              <a:ext uri="{FF2B5EF4-FFF2-40B4-BE49-F238E27FC236}">
                <a16:creationId xmlns:a16="http://schemas.microsoft.com/office/drawing/2014/main" id="{FDDABDA5-AD82-DAC1-65E5-6EDAE6BA26FA}"/>
              </a:ext>
            </a:extLst>
          </p:cNvPr>
          <p:cNvSpPr/>
          <p:nvPr/>
        </p:nvSpPr>
        <p:spPr>
          <a:xfrm>
            <a:off x="276390" y="4511450"/>
            <a:ext cx="2159072" cy="888372"/>
          </a:xfrm>
          <a:custGeom>
            <a:avLst/>
            <a:gdLst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549400 w 2689225"/>
              <a:gd name="connsiteY12" fmla="*/ 838064 h 1119057"/>
              <a:gd name="connsiteX13" fmla="*/ 1654175 w 2689225"/>
              <a:gd name="connsiteY13" fmla="*/ 825364 h 1119057"/>
              <a:gd name="connsiteX14" fmla="*/ 1822450 w 2689225"/>
              <a:gd name="connsiteY14" fmla="*/ 552314 h 1119057"/>
              <a:gd name="connsiteX15" fmla="*/ 1930400 w 2689225"/>
              <a:gd name="connsiteY15" fmla="*/ 339589 h 1119057"/>
              <a:gd name="connsiteX16" fmla="*/ 2133600 w 2689225"/>
              <a:gd name="connsiteY16" fmla="*/ 244339 h 1119057"/>
              <a:gd name="connsiteX17" fmla="*/ 2320925 w 2689225"/>
              <a:gd name="connsiteY17" fmla="*/ 501514 h 1119057"/>
              <a:gd name="connsiteX18" fmla="*/ 2689225 w 2689225"/>
              <a:gd name="connsiteY18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654175 w 2689225"/>
              <a:gd name="connsiteY12" fmla="*/ 825364 h 1119057"/>
              <a:gd name="connsiteX13" fmla="*/ 1822450 w 2689225"/>
              <a:gd name="connsiteY13" fmla="*/ 552314 h 1119057"/>
              <a:gd name="connsiteX14" fmla="*/ 1930400 w 2689225"/>
              <a:gd name="connsiteY14" fmla="*/ 339589 h 1119057"/>
              <a:gd name="connsiteX15" fmla="*/ 2133600 w 2689225"/>
              <a:gd name="connsiteY15" fmla="*/ 244339 h 1119057"/>
              <a:gd name="connsiteX16" fmla="*/ 2320925 w 2689225"/>
              <a:gd name="connsiteY16" fmla="*/ 501514 h 1119057"/>
              <a:gd name="connsiteX17" fmla="*/ 2689225 w 2689225"/>
              <a:gd name="connsiteY17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847725 w 2689225"/>
              <a:gd name="connsiteY4" fmla="*/ 218939 h 1119057"/>
              <a:gd name="connsiteX5" fmla="*/ 930275 w 2689225"/>
              <a:gd name="connsiteY5" fmla="*/ 72889 h 1119057"/>
              <a:gd name="connsiteX6" fmla="*/ 1095375 w 2689225"/>
              <a:gd name="connsiteY6" fmla="*/ 3039 h 1119057"/>
              <a:gd name="connsiteX7" fmla="*/ 1238250 w 2689225"/>
              <a:gd name="connsiteY7" fmla="*/ 168139 h 1119057"/>
              <a:gd name="connsiteX8" fmla="*/ 1336675 w 2689225"/>
              <a:gd name="connsiteY8" fmla="*/ 526914 h 1119057"/>
              <a:gd name="connsiteX9" fmla="*/ 1441450 w 2689225"/>
              <a:gd name="connsiteY9" fmla="*/ 777739 h 1119057"/>
              <a:gd name="connsiteX10" fmla="*/ 1527175 w 2689225"/>
              <a:gd name="connsiteY10" fmla="*/ 847589 h 1119057"/>
              <a:gd name="connsiteX11" fmla="*/ 1654175 w 2689225"/>
              <a:gd name="connsiteY11" fmla="*/ 825364 h 1119057"/>
              <a:gd name="connsiteX12" fmla="*/ 1822450 w 2689225"/>
              <a:gd name="connsiteY12" fmla="*/ 552314 h 1119057"/>
              <a:gd name="connsiteX13" fmla="*/ 1930400 w 2689225"/>
              <a:gd name="connsiteY13" fmla="*/ 339589 h 1119057"/>
              <a:gd name="connsiteX14" fmla="*/ 2133600 w 2689225"/>
              <a:gd name="connsiteY14" fmla="*/ 244339 h 1119057"/>
              <a:gd name="connsiteX15" fmla="*/ 2320925 w 2689225"/>
              <a:gd name="connsiteY15" fmla="*/ 501514 h 1119057"/>
              <a:gd name="connsiteX16" fmla="*/ 2689225 w 2689225"/>
              <a:gd name="connsiteY16" fmla="*/ 895214 h 1119057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1610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133600 w 2689225"/>
              <a:gd name="connsiteY12" fmla="*/ 244077 h 1118795"/>
              <a:gd name="connsiteX13" fmla="*/ 2320925 w 2689225"/>
              <a:gd name="connsiteY13" fmla="*/ 501252 h 1118795"/>
              <a:gd name="connsiteX14" fmla="*/ 2689225 w 2689225"/>
              <a:gd name="connsiteY14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320925 w 2689225"/>
              <a:gd name="connsiteY12" fmla="*/ 501252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1290 h 1119233"/>
              <a:gd name="connsiteX1" fmla="*/ 241300 w 2689225"/>
              <a:gd name="connsiteY1" fmla="*/ 1111290 h 1119233"/>
              <a:gd name="connsiteX2" fmla="*/ 415925 w 2689225"/>
              <a:gd name="connsiteY2" fmla="*/ 1028740 h 1119233"/>
              <a:gd name="connsiteX3" fmla="*/ 593725 w 2689225"/>
              <a:gd name="connsiteY3" fmla="*/ 816015 h 1119233"/>
              <a:gd name="connsiteX4" fmla="*/ 847725 w 2689225"/>
              <a:gd name="connsiteY4" fmla="*/ 219115 h 1119233"/>
              <a:gd name="connsiteX5" fmla="*/ 930275 w 2689225"/>
              <a:gd name="connsiteY5" fmla="*/ 68302 h 1119233"/>
              <a:gd name="connsiteX6" fmla="*/ 1095375 w 2689225"/>
              <a:gd name="connsiteY6" fmla="*/ 3215 h 1119233"/>
              <a:gd name="connsiteX7" fmla="*/ 1238250 w 2689225"/>
              <a:gd name="connsiteY7" fmla="*/ 168315 h 1119233"/>
              <a:gd name="connsiteX8" fmla="*/ 1336675 w 2689225"/>
              <a:gd name="connsiteY8" fmla="*/ 527090 h 1119233"/>
              <a:gd name="connsiteX9" fmla="*/ 1441450 w 2689225"/>
              <a:gd name="connsiteY9" fmla="*/ 777915 h 1119233"/>
              <a:gd name="connsiteX10" fmla="*/ 1654175 w 2689225"/>
              <a:gd name="connsiteY10" fmla="*/ 825540 h 1119233"/>
              <a:gd name="connsiteX11" fmla="*/ 1930400 w 2689225"/>
              <a:gd name="connsiteY11" fmla="*/ 333415 h 1119233"/>
              <a:gd name="connsiteX12" fmla="*/ 2286000 w 2689225"/>
              <a:gd name="connsiteY12" fmla="*/ 395328 h 1119233"/>
              <a:gd name="connsiteX13" fmla="*/ 2689225 w 2689225"/>
              <a:gd name="connsiteY13" fmla="*/ 895390 h 1119233"/>
              <a:gd name="connsiteX0" fmla="*/ 0 w 2689225"/>
              <a:gd name="connsiteY0" fmla="*/ 1110846 h 1118789"/>
              <a:gd name="connsiteX1" fmla="*/ 241300 w 2689225"/>
              <a:gd name="connsiteY1" fmla="*/ 1110846 h 1118789"/>
              <a:gd name="connsiteX2" fmla="*/ 415925 w 2689225"/>
              <a:gd name="connsiteY2" fmla="*/ 1028296 h 1118789"/>
              <a:gd name="connsiteX3" fmla="*/ 593725 w 2689225"/>
              <a:gd name="connsiteY3" fmla="*/ 815571 h 1118789"/>
              <a:gd name="connsiteX4" fmla="*/ 847725 w 2689225"/>
              <a:gd name="connsiteY4" fmla="*/ 218671 h 1118789"/>
              <a:gd name="connsiteX5" fmla="*/ 930275 w 2689225"/>
              <a:gd name="connsiteY5" fmla="*/ 67858 h 1118789"/>
              <a:gd name="connsiteX6" fmla="*/ 1095375 w 2689225"/>
              <a:gd name="connsiteY6" fmla="*/ 2771 h 1118789"/>
              <a:gd name="connsiteX7" fmla="*/ 1238250 w 2689225"/>
              <a:gd name="connsiteY7" fmla="*/ 167871 h 1118789"/>
              <a:gd name="connsiteX8" fmla="*/ 1336675 w 2689225"/>
              <a:gd name="connsiteY8" fmla="*/ 526646 h 1118789"/>
              <a:gd name="connsiteX9" fmla="*/ 1441450 w 2689225"/>
              <a:gd name="connsiteY9" fmla="*/ 777471 h 1118789"/>
              <a:gd name="connsiteX10" fmla="*/ 1654175 w 2689225"/>
              <a:gd name="connsiteY10" fmla="*/ 825096 h 1118789"/>
              <a:gd name="connsiteX11" fmla="*/ 1930400 w 2689225"/>
              <a:gd name="connsiteY11" fmla="*/ 332971 h 1118789"/>
              <a:gd name="connsiteX12" fmla="*/ 2286000 w 2689225"/>
              <a:gd name="connsiteY12" fmla="*/ 394884 h 1118789"/>
              <a:gd name="connsiteX13" fmla="*/ 2689225 w 2689225"/>
              <a:gd name="connsiteY13" fmla="*/ 894946 h 1118789"/>
              <a:gd name="connsiteX0" fmla="*/ 0 w 2689225"/>
              <a:gd name="connsiteY0" fmla="*/ 1111986 h 1119929"/>
              <a:gd name="connsiteX1" fmla="*/ 241300 w 2689225"/>
              <a:gd name="connsiteY1" fmla="*/ 1111986 h 1119929"/>
              <a:gd name="connsiteX2" fmla="*/ 415925 w 2689225"/>
              <a:gd name="connsiteY2" fmla="*/ 1029436 h 1119929"/>
              <a:gd name="connsiteX3" fmla="*/ 593725 w 2689225"/>
              <a:gd name="connsiteY3" fmla="*/ 816711 h 1119929"/>
              <a:gd name="connsiteX4" fmla="*/ 847725 w 2689225"/>
              <a:gd name="connsiteY4" fmla="*/ 219811 h 1119929"/>
              <a:gd name="connsiteX5" fmla="*/ 930275 w 2689225"/>
              <a:gd name="connsiteY5" fmla="*/ 68998 h 1119929"/>
              <a:gd name="connsiteX6" fmla="*/ 1095375 w 2689225"/>
              <a:gd name="connsiteY6" fmla="*/ 3911 h 1119929"/>
              <a:gd name="connsiteX7" fmla="*/ 1238250 w 2689225"/>
              <a:gd name="connsiteY7" fmla="*/ 169011 h 1119929"/>
              <a:gd name="connsiteX8" fmla="*/ 1336675 w 2689225"/>
              <a:gd name="connsiteY8" fmla="*/ 527786 h 1119929"/>
              <a:gd name="connsiteX9" fmla="*/ 1441450 w 2689225"/>
              <a:gd name="connsiteY9" fmla="*/ 778611 h 1119929"/>
              <a:gd name="connsiteX10" fmla="*/ 1654175 w 2689225"/>
              <a:gd name="connsiteY10" fmla="*/ 826236 h 1119929"/>
              <a:gd name="connsiteX11" fmla="*/ 1930400 w 2689225"/>
              <a:gd name="connsiteY11" fmla="*/ 334111 h 1119929"/>
              <a:gd name="connsiteX12" fmla="*/ 2286000 w 2689225"/>
              <a:gd name="connsiteY12" fmla="*/ 396024 h 1119929"/>
              <a:gd name="connsiteX13" fmla="*/ 2689225 w 2689225"/>
              <a:gd name="connsiteY13" fmla="*/ 896086 h 1119929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3027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2392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3146 h 1121089"/>
              <a:gd name="connsiteX1" fmla="*/ 241300 w 2689225"/>
              <a:gd name="connsiteY1" fmla="*/ 1113146 h 1121089"/>
              <a:gd name="connsiteX2" fmla="*/ 415925 w 2689225"/>
              <a:gd name="connsiteY2" fmla="*/ 1030596 h 1121089"/>
              <a:gd name="connsiteX3" fmla="*/ 593725 w 2689225"/>
              <a:gd name="connsiteY3" fmla="*/ 817871 h 1121089"/>
              <a:gd name="connsiteX4" fmla="*/ 847725 w 2689225"/>
              <a:gd name="connsiteY4" fmla="*/ 220971 h 1121089"/>
              <a:gd name="connsiteX5" fmla="*/ 923925 w 2689225"/>
              <a:gd name="connsiteY5" fmla="*/ 70158 h 1121089"/>
              <a:gd name="connsiteX6" fmla="*/ 1095375 w 2689225"/>
              <a:gd name="connsiteY6" fmla="*/ 5071 h 1121089"/>
              <a:gd name="connsiteX7" fmla="*/ 1238250 w 2689225"/>
              <a:gd name="connsiteY7" fmla="*/ 170171 h 1121089"/>
              <a:gd name="connsiteX8" fmla="*/ 1336675 w 2689225"/>
              <a:gd name="connsiteY8" fmla="*/ 528946 h 1121089"/>
              <a:gd name="connsiteX9" fmla="*/ 1441450 w 2689225"/>
              <a:gd name="connsiteY9" fmla="*/ 779771 h 1121089"/>
              <a:gd name="connsiteX10" fmla="*/ 1654175 w 2689225"/>
              <a:gd name="connsiteY10" fmla="*/ 827396 h 1121089"/>
              <a:gd name="connsiteX11" fmla="*/ 1930400 w 2689225"/>
              <a:gd name="connsiteY11" fmla="*/ 335271 h 1121089"/>
              <a:gd name="connsiteX12" fmla="*/ 2286000 w 2689225"/>
              <a:gd name="connsiteY12" fmla="*/ 397184 h 1121089"/>
              <a:gd name="connsiteX13" fmla="*/ 2689225 w 2689225"/>
              <a:gd name="connsiteY13" fmla="*/ 897246 h 1121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89225" h="1121089">
                <a:moveTo>
                  <a:pt x="0" y="1113146"/>
                </a:moveTo>
                <a:cubicBezTo>
                  <a:pt x="85989" y="1120025"/>
                  <a:pt x="171979" y="1126904"/>
                  <a:pt x="241300" y="1113146"/>
                </a:cubicBezTo>
                <a:cubicBezTo>
                  <a:pt x="310621" y="1099388"/>
                  <a:pt x="357188" y="1079808"/>
                  <a:pt x="415925" y="1030596"/>
                </a:cubicBezTo>
                <a:cubicBezTo>
                  <a:pt x="474663" y="981383"/>
                  <a:pt x="521758" y="952808"/>
                  <a:pt x="593725" y="817871"/>
                </a:cubicBezTo>
                <a:cubicBezTo>
                  <a:pt x="665692" y="682934"/>
                  <a:pt x="792692" y="345590"/>
                  <a:pt x="847725" y="220971"/>
                </a:cubicBezTo>
                <a:cubicBezTo>
                  <a:pt x="902758" y="96352"/>
                  <a:pt x="885824" y="126780"/>
                  <a:pt x="923925" y="70158"/>
                </a:cubicBezTo>
                <a:cubicBezTo>
                  <a:pt x="962026" y="13536"/>
                  <a:pt x="1042988" y="-11598"/>
                  <a:pt x="1095375" y="5071"/>
                </a:cubicBezTo>
                <a:cubicBezTo>
                  <a:pt x="1147762" y="21740"/>
                  <a:pt x="1193270" y="52697"/>
                  <a:pt x="1238250" y="170171"/>
                </a:cubicBezTo>
                <a:cubicBezTo>
                  <a:pt x="1283230" y="287645"/>
                  <a:pt x="1302808" y="427346"/>
                  <a:pt x="1336675" y="528946"/>
                </a:cubicBezTo>
                <a:cubicBezTo>
                  <a:pt x="1370542" y="630546"/>
                  <a:pt x="1382183" y="704629"/>
                  <a:pt x="1441450" y="779771"/>
                </a:cubicBezTo>
                <a:cubicBezTo>
                  <a:pt x="1500717" y="854913"/>
                  <a:pt x="1572683" y="901479"/>
                  <a:pt x="1654175" y="827396"/>
                </a:cubicBezTo>
                <a:cubicBezTo>
                  <a:pt x="1735667" y="753313"/>
                  <a:pt x="1855259" y="430786"/>
                  <a:pt x="1930400" y="335271"/>
                </a:cubicBezTo>
                <a:cubicBezTo>
                  <a:pt x="2005541" y="239756"/>
                  <a:pt x="2083329" y="161705"/>
                  <a:pt x="2286000" y="397184"/>
                </a:cubicBezTo>
                <a:cubicBezTo>
                  <a:pt x="2378604" y="505663"/>
                  <a:pt x="2551377" y="754635"/>
                  <a:pt x="2689225" y="897246"/>
                </a:cubicBezTo>
              </a:path>
            </a:pathLst>
          </a:custGeom>
          <a:noFill/>
          <a:ln w="130175">
            <a:gradFill>
              <a:gsLst>
                <a:gs pos="55000">
                  <a:srgbClr val="FF0000"/>
                </a:gs>
                <a:gs pos="79000">
                  <a:srgbClr val="96C800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grpSp>
        <p:nvGrpSpPr>
          <p:cNvPr id="91" name="Groupe 90">
            <a:extLst>
              <a:ext uri="{FF2B5EF4-FFF2-40B4-BE49-F238E27FC236}">
                <a16:creationId xmlns:a16="http://schemas.microsoft.com/office/drawing/2014/main" id="{3A90CAA4-9386-5166-E76C-25B4CB8BD5FE}"/>
              </a:ext>
            </a:extLst>
          </p:cNvPr>
          <p:cNvGrpSpPr/>
          <p:nvPr/>
        </p:nvGrpSpPr>
        <p:grpSpPr>
          <a:xfrm>
            <a:off x="2058493" y="4192261"/>
            <a:ext cx="1582351" cy="1279838"/>
            <a:chOff x="5920938" y="2182282"/>
            <a:chExt cx="1996864" cy="1615104"/>
          </a:xfrm>
          <a:solidFill>
            <a:srgbClr val="96C800"/>
          </a:solidFill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57FDD04-8177-EA23-BE85-2720007983A5}"/>
                </a:ext>
              </a:extLst>
            </p:cNvPr>
            <p:cNvSpPr/>
            <p:nvPr/>
          </p:nvSpPr>
          <p:spPr>
            <a:xfrm rot="2652461">
              <a:off x="7193491" y="3272240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1B48247-F645-E9EF-1BA2-9E38CF1B2665}"/>
                </a:ext>
              </a:extLst>
            </p:cNvPr>
            <p:cNvSpPr/>
            <p:nvPr/>
          </p:nvSpPr>
          <p:spPr>
            <a:xfrm rot="18861597">
              <a:off x="7126707" y="2899831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94" name="Groupe 93">
              <a:extLst>
                <a:ext uri="{FF2B5EF4-FFF2-40B4-BE49-F238E27FC236}">
                  <a16:creationId xmlns:a16="http://schemas.microsoft.com/office/drawing/2014/main" id="{E4ADFD85-08D9-B9E9-5E1D-EC3C7654E68F}"/>
                </a:ext>
              </a:extLst>
            </p:cNvPr>
            <p:cNvGrpSpPr/>
            <p:nvPr/>
          </p:nvGrpSpPr>
          <p:grpSpPr>
            <a:xfrm>
              <a:off x="5920938" y="2182282"/>
              <a:ext cx="1996864" cy="1615104"/>
              <a:chOff x="5920938" y="2182282"/>
              <a:chExt cx="1996864" cy="1615104"/>
            </a:xfrm>
            <a:grpFill/>
          </p:grpSpPr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95B44749-1B7E-E5A6-D2CC-415FC8655280}"/>
                  </a:ext>
                </a:extLst>
              </p:cNvPr>
              <p:cNvSpPr/>
              <p:nvPr/>
            </p:nvSpPr>
            <p:spPr>
              <a:xfrm>
                <a:off x="6354234" y="2182282"/>
                <a:ext cx="399600" cy="39793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6" name="Ellipse 95">
                <a:extLst>
                  <a:ext uri="{FF2B5EF4-FFF2-40B4-BE49-F238E27FC236}">
                    <a16:creationId xmlns:a16="http://schemas.microsoft.com/office/drawing/2014/main" id="{63BB4DA8-555E-196D-8FF6-71B5E31A1106}"/>
                  </a:ext>
                </a:extLst>
              </p:cNvPr>
              <p:cNvSpPr/>
              <p:nvPr/>
            </p:nvSpPr>
            <p:spPr>
              <a:xfrm>
                <a:off x="7480827" y="2502022"/>
                <a:ext cx="409047" cy="40734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7" name="Ellipse 96">
                <a:extLst>
                  <a:ext uri="{FF2B5EF4-FFF2-40B4-BE49-F238E27FC236}">
                    <a16:creationId xmlns:a16="http://schemas.microsoft.com/office/drawing/2014/main" id="{E2FA86AC-0C3B-4479-EF1A-646C8C871BC4}"/>
                  </a:ext>
                </a:extLst>
              </p:cNvPr>
              <p:cNvSpPr/>
              <p:nvPr/>
            </p:nvSpPr>
            <p:spPr>
              <a:xfrm>
                <a:off x="7511002" y="3329387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8" name="Ellipse 97">
                <a:extLst>
                  <a:ext uri="{FF2B5EF4-FFF2-40B4-BE49-F238E27FC236}">
                    <a16:creationId xmlns:a16="http://schemas.microsoft.com/office/drawing/2014/main" id="{0195B742-D404-8F86-1F1B-FB6704232AEC}"/>
                  </a:ext>
                </a:extLst>
              </p:cNvPr>
              <p:cNvSpPr/>
              <p:nvPr/>
            </p:nvSpPr>
            <p:spPr>
              <a:xfrm>
                <a:off x="7000666" y="2927351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9" name="Ellipse 98">
                <a:extLst>
                  <a:ext uri="{FF2B5EF4-FFF2-40B4-BE49-F238E27FC236}">
                    <a16:creationId xmlns:a16="http://schemas.microsoft.com/office/drawing/2014/main" id="{A8E0BF92-2394-05E6-65A1-543F4010B622}"/>
                  </a:ext>
                </a:extLst>
              </p:cNvPr>
              <p:cNvSpPr/>
              <p:nvPr/>
            </p:nvSpPr>
            <p:spPr>
              <a:xfrm>
                <a:off x="6327982" y="3390586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2BDB9464-377D-8A94-C6E5-B5633BEFA524}"/>
                  </a:ext>
                </a:extLst>
              </p:cNvPr>
              <p:cNvSpPr/>
              <p:nvPr/>
            </p:nvSpPr>
            <p:spPr>
              <a:xfrm rot="2890174">
                <a:off x="6450539" y="2751248"/>
                <a:ext cx="926528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153C5381-02BD-F757-8D52-45C60FE28478}"/>
                  </a:ext>
                </a:extLst>
              </p:cNvPr>
              <p:cNvSpPr/>
              <p:nvPr/>
            </p:nvSpPr>
            <p:spPr>
              <a:xfrm rot="18912334">
                <a:off x="5920938" y="2656779"/>
                <a:ext cx="659362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 </a:t>
                </a:r>
              </a:p>
            </p:txBody>
          </p:sp>
        </p:grpSp>
      </p:grpSp>
      <p:sp>
        <p:nvSpPr>
          <p:cNvPr id="102" name="Forme libre : forme 177">
            <a:extLst>
              <a:ext uri="{FF2B5EF4-FFF2-40B4-BE49-F238E27FC236}">
                <a16:creationId xmlns:a16="http://schemas.microsoft.com/office/drawing/2014/main" id="{4FEF59F9-B7C7-029A-893F-B9B4DF7BEB4A}"/>
              </a:ext>
            </a:extLst>
          </p:cNvPr>
          <p:cNvSpPr/>
          <p:nvPr/>
        </p:nvSpPr>
        <p:spPr>
          <a:xfrm>
            <a:off x="167897" y="3656396"/>
            <a:ext cx="2808167" cy="2223991"/>
          </a:xfrm>
          <a:custGeom>
            <a:avLst/>
            <a:gdLst>
              <a:gd name="connsiteX0" fmla="*/ 293934 w 3543794"/>
              <a:gd name="connsiteY0" fmla="*/ 0 h 2806588"/>
              <a:gd name="connsiteX1" fmla="*/ 3249860 w 3543794"/>
              <a:gd name="connsiteY1" fmla="*/ 0 h 2806588"/>
              <a:gd name="connsiteX2" fmla="*/ 3543794 w 3543794"/>
              <a:gd name="connsiteY2" fmla="*/ 293934 h 2806588"/>
              <a:gd name="connsiteX3" fmla="*/ 3543794 w 3543794"/>
              <a:gd name="connsiteY3" fmla="*/ 1172555 h 2806588"/>
              <a:gd name="connsiteX4" fmla="*/ 3400811 w 3543794"/>
              <a:gd name="connsiteY4" fmla="*/ 1012808 h 2806588"/>
              <a:gd name="connsiteX5" fmla="*/ 3400811 w 3543794"/>
              <a:gd name="connsiteY5" fmla="*/ 353422 h 2806588"/>
              <a:gd name="connsiteX6" fmla="*/ 3199733 w 3543794"/>
              <a:gd name="connsiteY6" fmla="*/ 152344 h 2806588"/>
              <a:gd name="connsiteX7" fmla="*/ 346455 w 3543794"/>
              <a:gd name="connsiteY7" fmla="*/ 152344 h 2806588"/>
              <a:gd name="connsiteX8" fmla="*/ 145377 w 3543794"/>
              <a:gd name="connsiteY8" fmla="*/ 353422 h 2806588"/>
              <a:gd name="connsiteX9" fmla="*/ 145377 w 3543794"/>
              <a:gd name="connsiteY9" fmla="*/ 2453166 h 2806588"/>
              <a:gd name="connsiteX10" fmla="*/ 346455 w 3543794"/>
              <a:gd name="connsiteY10" fmla="*/ 2654244 h 2806588"/>
              <a:gd name="connsiteX11" fmla="*/ 3199733 w 3543794"/>
              <a:gd name="connsiteY11" fmla="*/ 2654244 h 2806588"/>
              <a:gd name="connsiteX12" fmla="*/ 3400811 w 3543794"/>
              <a:gd name="connsiteY12" fmla="*/ 2453166 h 2806588"/>
              <a:gd name="connsiteX13" fmla="*/ 3400811 w 3543794"/>
              <a:gd name="connsiteY13" fmla="*/ 1920315 h 2806588"/>
              <a:gd name="connsiteX14" fmla="*/ 3440550 w 3543794"/>
              <a:gd name="connsiteY14" fmla="*/ 1953102 h 2806588"/>
              <a:gd name="connsiteX15" fmla="*/ 3507197 w 3543794"/>
              <a:gd name="connsiteY15" fmla="*/ 1989277 h 2806588"/>
              <a:gd name="connsiteX16" fmla="*/ 3543794 w 3543794"/>
              <a:gd name="connsiteY16" fmla="*/ 2000637 h 2806588"/>
              <a:gd name="connsiteX17" fmla="*/ 3543794 w 3543794"/>
              <a:gd name="connsiteY17" fmla="*/ 2512654 h 2806588"/>
              <a:gd name="connsiteX18" fmla="*/ 3249860 w 3543794"/>
              <a:gd name="connsiteY18" fmla="*/ 2806588 h 2806588"/>
              <a:gd name="connsiteX19" fmla="*/ 293934 w 3543794"/>
              <a:gd name="connsiteY19" fmla="*/ 2806588 h 2806588"/>
              <a:gd name="connsiteX20" fmla="*/ 0 w 3543794"/>
              <a:gd name="connsiteY20" fmla="*/ 2512654 h 2806588"/>
              <a:gd name="connsiteX21" fmla="*/ 0 w 3543794"/>
              <a:gd name="connsiteY21" fmla="*/ 293934 h 2806588"/>
              <a:gd name="connsiteX22" fmla="*/ 293934 w 3543794"/>
              <a:gd name="connsiteY22" fmla="*/ 0 h 280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543794" h="2806588">
                <a:moveTo>
                  <a:pt x="293934" y="0"/>
                </a:moveTo>
                <a:lnTo>
                  <a:pt x="3249860" y="0"/>
                </a:lnTo>
                <a:cubicBezTo>
                  <a:pt x="3412195" y="0"/>
                  <a:pt x="3543794" y="131599"/>
                  <a:pt x="3543794" y="293934"/>
                </a:cubicBezTo>
                <a:lnTo>
                  <a:pt x="3543794" y="1172555"/>
                </a:lnTo>
                <a:lnTo>
                  <a:pt x="3400811" y="1012808"/>
                </a:lnTo>
                <a:lnTo>
                  <a:pt x="3400811" y="353422"/>
                </a:lnTo>
                <a:cubicBezTo>
                  <a:pt x="3400811" y="242370"/>
                  <a:pt x="3310785" y="152344"/>
                  <a:pt x="3199733" y="152344"/>
                </a:cubicBezTo>
                <a:lnTo>
                  <a:pt x="346455" y="152344"/>
                </a:lnTo>
                <a:cubicBezTo>
                  <a:pt x="235403" y="152344"/>
                  <a:pt x="145377" y="242370"/>
                  <a:pt x="145377" y="353422"/>
                </a:cubicBezTo>
                <a:lnTo>
                  <a:pt x="145377" y="2453166"/>
                </a:lnTo>
                <a:cubicBezTo>
                  <a:pt x="145377" y="2564218"/>
                  <a:pt x="235403" y="2654244"/>
                  <a:pt x="346455" y="2654244"/>
                </a:cubicBezTo>
                <a:lnTo>
                  <a:pt x="3199733" y="2654244"/>
                </a:lnTo>
                <a:cubicBezTo>
                  <a:pt x="3310785" y="2654244"/>
                  <a:pt x="3400811" y="2564218"/>
                  <a:pt x="3400811" y="2453166"/>
                </a:cubicBezTo>
                <a:lnTo>
                  <a:pt x="3400811" y="1920315"/>
                </a:lnTo>
                <a:lnTo>
                  <a:pt x="3440550" y="1953102"/>
                </a:lnTo>
                <a:cubicBezTo>
                  <a:pt x="3461423" y="1967204"/>
                  <a:pt x="3483726" y="1979350"/>
                  <a:pt x="3507197" y="1989277"/>
                </a:cubicBezTo>
                <a:lnTo>
                  <a:pt x="3543794" y="2000637"/>
                </a:lnTo>
                <a:lnTo>
                  <a:pt x="3543794" y="2512654"/>
                </a:lnTo>
                <a:cubicBezTo>
                  <a:pt x="3543794" y="2674989"/>
                  <a:pt x="3412195" y="2806588"/>
                  <a:pt x="3249860" y="2806588"/>
                </a:cubicBezTo>
                <a:lnTo>
                  <a:pt x="293934" y="2806588"/>
                </a:lnTo>
                <a:cubicBezTo>
                  <a:pt x="131599" y="2806588"/>
                  <a:pt x="0" y="2674989"/>
                  <a:pt x="0" y="2512654"/>
                </a:cubicBezTo>
                <a:lnTo>
                  <a:pt x="0" y="293934"/>
                </a:lnTo>
                <a:cubicBezTo>
                  <a:pt x="0" y="131599"/>
                  <a:pt x="131599" y="0"/>
                  <a:pt x="2939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03" name="Forme libre : forme 164">
            <a:extLst>
              <a:ext uri="{FF2B5EF4-FFF2-40B4-BE49-F238E27FC236}">
                <a16:creationId xmlns:a16="http://schemas.microsoft.com/office/drawing/2014/main" id="{98A5CF7A-E2B4-B1B3-A91F-C044D5CCB528}"/>
              </a:ext>
            </a:extLst>
          </p:cNvPr>
          <p:cNvSpPr/>
          <p:nvPr/>
        </p:nvSpPr>
        <p:spPr>
          <a:xfrm>
            <a:off x="6944100" y="393235"/>
            <a:ext cx="3500380" cy="1982551"/>
          </a:xfrm>
          <a:custGeom>
            <a:avLst/>
            <a:gdLst>
              <a:gd name="connsiteX0" fmla="*/ 201078 w 4417340"/>
              <a:gd name="connsiteY0" fmla="*/ 0 h 2501900"/>
              <a:gd name="connsiteX1" fmla="*/ 3054356 w 4417340"/>
              <a:gd name="connsiteY1" fmla="*/ 0 h 2501900"/>
              <a:gd name="connsiteX2" fmla="*/ 3255434 w 4417340"/>
              <a:gd name="connsiteY2" fmla="*/ 201078 h 2501900"/>
              <a:gd name="connsiteX3" fmla="*/ 3255434 w 4417340"/>
              <a:gd name="connsiteY3" fmla="*/ 859213 h 2501900"/>
              <a:gd name="connsiteX4" fmla="*/ 3459729 w 4417340"/>
              <a:gd name="connsiteY4" fmla="*/ 1087460 h 2501900"/>
              <a:gd name="connsiteX5" fmla="*/ 3514649 w 4417340"/>
              <a:gd name="connsiteY5" fmla="*/ 1081924 h 2501900"/>
              <a:gd name="connsiteX6" fmla="*/ 3593722 w 4417340"/>
              <a:gd name="connsiteY6" fmla="*/ 1089895 h 2501900"/>
              <a:gd name="connsiteX7" fmla="*/ 3605912 w 4417340"/>
              <a:gd name="connsiteY7" fmla="*/ 1093679 h 2501900"/>
              <a:gd name="connsiteX8" fmla="*/ 3601411 w 4417340"/>
              <a:gd name="connsiteY8" fmla="*/ 1049221 h 2501900"/>
              <a:gd name="connsiteX9" fmla="*/ 3995934 w 4417340"/>
              <a:gd name="connsiteY9" fmla="*/ 656344 h 2501900"/>
              <a:gd name="connsiteX10" fmla="*/ 4390457 w 4417340"/>
              <a:gd name="connsiteY10" fmla="*/ 1049221 h 2501900"/>
              <a:gd name="connsiteX11" fmla="*/ 3995934 w 4417340"/>
              <a:gd name="connsiteY11" fmla="*/ 1442098 h 2501900"/>
              <a:gd name="connsiteX12" fmla="*/ 3916424 w 4417340"/>
              <a:gd name="connsiteY12" fmla="*/ 1434116 h 2501900"/>
              <a:gd name="connsiteX13" fmla="*/ 3902522 w 4417340"/>
              <a:gd name="connsiteY13" fmla="*/ 1429819 h 2501900"/>
              <a:gd name="connsiteX14" fmla="*/ 3907004 w 4417340"/>
              <a:gd name="connsiteY14" fmla="*/ 1474279 h 2501900"/>
              <a:gd name="connsiteX15" fmla="*/ 3903910 w 4417340"/>
              <a:gd name="connsiteY15" fmla="*/ 1504969 h 2501900"/>
              <a:gd name="connsiteX16" fmla="*/ 3945912 w 4417340"/>
              <a:gd name="connsiteY16" fmla="*/ 1491931 h 2501900"/>
              <a:gd name="connsiteX17" fmla="*/ 4024985 w 4417340"/>
              <a:gd name="connsiteY17" fmla="*/ 1483960 h 2501900"/>
              <a:gd name="connsiteX18" fmla="*/ 4417340 w 4417340"/>
              <a:gd name="connsiteY18" fmla="*/ 1876315 h 2501900"/>
              <a:gd name="connsiteX19" fmla="*/ 4024985 w 4417340"/>
              <a:gd name="connsiteY19" fmla="*/ 2268670 h 2501900"/>
              <a:gd name="connsiteX20" fmla="*/ 3632630 w 4417340"/>
              <a:gd name="connsiteY20" fmla="*/ 1876315 h 2501900"/>
              <a:gd name="connsiteX21" fmla="*/ 3635724 w 4417340"/>
              <a:gd name="connsiteY21" fmla="*/ 1845625 h 2501900"/>
              <a:gd name="connsiteX22" fmla="*/ 3593722 w 4417340"/>
              <a:gd name="connsiteY22" fmla="*/ 1858663 h 2501900"/>
              <a:gd name="connsiteX23" fmla="*/ 3514649 w 4417340"/>
              <a:gd name="connsiteY23" fmla="*/ 1866634 h 2501900"/>
              <a:gd name="connsiteX24" fmla="*/ 3295280 w 4417340"/>
              <a:gd name="connsiteY24" fmla="*/ 1799626 h 2501900"/>
              <a:gd name="connsiteX25" fmla="*/ 3255434 w 4417340"/>
              <a:gd name="connsiteY25" fmla="*/ 1766751 h 2501900"/>
              <a:gd name="connsiteX26" fmla="*/ 3255434 w 4417340"/>
              <a:gd name="connsiteY26" fmla="*/ 2300822 h 2501900"/>
              <a:gd name="connsiteX27" fmla="*/ 3054356 w 4417340"/>
              <a:gd name="connsiteY27" fmla="*/ 2501900 h 2501900"/>
              <a:gd name="connsiteX28" fmla="*/ 201078 w 4417340"/>
              <a:gd name="connsiteY28" fmla="*/ 2501900 h 2501900"/>
              <a:gd name="connsiteX29" fmla="*/ 0 w 4417340"/>
              <a:gd name="connsiteY29" fmla="*/ 2300822 h 2501900"/>
              <a:gd name="connsiteX30" fmla="*/ 0 w 4417340"/>
              <a:gd name="connsiteY30" fmla="*/ 201078 h 2501900"/>
              <a:gd name="connsiteX31" fmla="*/ 201078 w 4417340"/>
              <a:gd name="connsiteY31" fmla="*/ 0 h 250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417340" h="2501900">
                <a:moveTo>
                  <a:pt x="201078" y="0"/>
                </a:moveTo>
                <a:lnTo>
                  <a:pt x="3054356" y="0"/>
                </a:lnTo>
                <a:cubicBezTo>
                  <a:pt x="3165408" y="0"/>
                  <a:pt x="3255434" y="90026"/>
                  <a:pt x="3255434" y="201078"/>
                </a:cubicBezTo>
                <a:lnTo>
                  <a:pt x="3255434" y="859213"/>
                </a:lnTo>
                <a:lnTo>
                  <a:pt x="3459729" y="1087460"/>
                </a:lnTo>
                <a:lnTo>
                  <a:pt x="3514649" y="1081924"/>
                </a:lnTo>
                <a:cubicBezTo>
                  <a:pt x="3541735" y="1081924"/>
                  <a:pt x="3568181" y="1084669"/>
                  <a:pt x="3593722" y="1089895"/>
                </a:cubicBezTo>
                <a:lnTo>
                  <a:pt x="3605912" y="1093679"/>
                </a:lnTo>
                <a:lnTo>
                  <a:pt x="3601411" y="1049221"/>
                </a:lnTo>
                <a:cubicBezTo>
                  <a:pt x="3601411" y="832241"/>
                  <a:pt x="3778045" y="656344"/>
                  <a:pt x="3995934" y="656344"/>
                </a:cubicBezTo>
                <a:cubicBezTo>
                  <a:pt x="4213823" y="656344"/>
                  <a:pt x="4390457" y="832241"/>
                  <a:pt x="4390457" y="1049221"/>
                </a:cubicBezTo>
                <a:cubicBezTo>
                  <a:pt x="4390457" y="1266201"/>
                  <a:pt x="4213823" y="1442098"/>
                  <a:pt x="3995934" y="1442098"/>
                </a:cubicBezTo>
                <a:cubicBezTo>
                  <a:pt x="3968698" y="1442098"/>
                  <a:pt x="3942107" y="1439350"/>
                  <a:pt x="3916424" y="1434116"/>
                </a:cubicBezTo>
                <a:lnTo>
                  <a:pt x="3902522" y="1429819"/>
                </a:lnTo>
                <a:lnTo>
                  <a:pt x="3907004" y="1474279"/>
                </a:lnTo>
                <a:lnTo>
                  <a:pt x="3903910" y="1504969"/>
                </a:lnTo>
                <a:lnTo>
                  <a:pt x="3945912" y="1491931"/>
                </a:lnTo>
                <a:cubicBezTo>
                  <a:pt x="3971453" y="1486705"/>
                  <a:pt x="3997899" y="1483960"/>
                  <a:pt x="4024985" y="1483960"/>
                </a:cubicBezTo>
                <a:cubicBezTo>
                  <a:pt x="4241677" y="1483960"/>
                  <a:pt x="4417340" y="1659623"/>
                  <a:pt x="4417340" y="1876315"/>
                </a:cubicBezTo>
                <a:cubicBezTo>
                  <a:pt x="4417340" y="2093007"/>
                  <a:pt x="4241677" y="2268670"/>
                  <a:pt x="4024985" y="2268670"/>
                </a:cubicBezTo>
                <a:cubicBezTo>
                  <a:pt x="3808293" y="2268670"/>
                  <a:pt x="3632630" y="2093007"/>
                  <a:pt x="3632630" y="1876315"/>
                </a:cubicBezTo>
                <a:lnTo>
                  <a:pt x="3635724" y="1845625"/>
                </a:lnTo>
                <a:lnTo>
                  <a:pt x="3593722" y="1858663"/>
                </a:lnTo>
                <a:cubicBezTo>
                  <a:pt x="3568181" y="1863889"/>
                  <a:pt x="3541735" y="1866634"/>
                  <a:pt x="3514649" y="1866634"/>
                </a:cubicBezTo>
                <a:cubicBezTo>
                  <a:pt x="3433390" y="1866634"/>
                  <a:pt x="3357900" y="1841932"/>
                  <a:pt x="3295280" y="1799626"/>
                </a:cubicBezTo>
                <a:lnTo>
                  <a:pt x="3255434" y="1766751"/>
                </a:lnTo>
                <a:lnTo>
                  <a:pt x="3255434" y="2300822"/>
                </a:lnTo>
                <a:cubicBezTo>
                  <a:pt x="3255434" y="2411874"/>
                  <a:pt x="3165408" y="2501900"/>
                  <a:pt x="3054356" y="2501900"/>
                </a:cubicBezTo>
                <a:lnTo>
                  <a:pt x="201078" y="2501900"/>
                </a:lnTo>
                <a:cubicBezTo>
                  <a:pt x="90026" y="2501900"/>
                  <a:pt x="0" y="2411874"/>
                  <a:pt x="0" y="2300822"/>
                </a:cubicBezTo>
                <a:lnTo>
                  <a:pt x="0" y="201078"/>
                </a:lnTo>
                <a:cubicBezTo>
                  <a:pt x="0" y="90026"/>
                  <a:pt x="90026" y="0"/>
                  <a:pt x="2010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04" name="Forme libre : forme 165">
            <a:extLst>
              <a:ext uri="{FF2B5EF4-FFF2-40B4-BE49-F238E27FC236}">
                <a16:creationId xmlns:a16="http://schemas.microsoft.com/office/drawing/2014/main" id="{FDDABDA5-AD82-DAC1-65E5-6EDAE6BA26FA}"/>
              </a:ext>
            </a:extLst>
          </p:cNvPr>
          <p:cNvSpPr/>
          <p:nvPr/>
        </p:nvSpPr>
        <p:spPr>
          <a:xfrm>
            <a:off x="6937478" y="1127547"/>
            <a:ext cx="2159072" cy="888372"/>
          </a:xfrm>
          <a:custGeom>
            <a:avLst/>
            <a:gdLst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549400 w 2689225"/>
              <a:gd name="connsiteY12" fmla="*/ 838064 h 1119057"/>
              <a:gd name="connsiteX13" fmla="*/ 1654175 w 2689225"/>
              <a:gd name="connsiteY13" fmla="*/ 825364 h 1119057"/>
              <a:gd name="connsiteX14" fmla="*/ 1822450 w 2689225"/>
              <a:gd name="connsiteY14" fmla="*/ 552314 h 1119057"/>
              <a:gd name="connsiteX15" fmla="*/ 1930400 w 2689225"/>
              <a:gd name="connsiteY15" fmla="*/ 339589 h 1119057"/>
              <a:gd name="connsiteX16" fmla="*/ 2133600 w 2689225"/>
              <a:gd name="connsiteY16" fmla="*/ 244339 h 1119057"/>
              <a:gd name="connsiteX17" fmla="*/ 2320925 w 2689225"/>
              <a:gd name="connsiteY17" fmla="*/ 501514 h 1119057"/>
              <a:gd name="connsiteX18" fmla="*/ 2689225 w 2689225"/>
              <a:gd name="connsiteY18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654175 w 2689225"/>
              <a:gd name="connsiteY12" fmla="*/ 825364 h 1119057"/>
              <a:gd name="connsiteX13" fmla="*/ 1822450 w 2689225"/>
              <a:gd name="connsiteY13" fmla="*/ 552314 h 1119057"/>
              <a:gd name="connsiteX14" fmla="*/ 1930400 w 2689225"/>
              <a:gd name="connsiteY14" fmla="*/ 339589 h 1119057"/>
              <a:gd name="connsiteX15" fmla="*/ 2133600 w 2689225"/>
              <a:gd name="connsiteY15" fmla="*/ 244339 h 1119057"/>
              <a:gd name="connsiteX16" fmla="*/ 2320925 w 2689225"/>
              <a:gd name="connsiteY16" fmla="*/ 501514 h 1119057"/>
              <a:gd name="connsiteX17" fmla="*/ 2689225 w 2689225"/>
              <a:gd name="connsiteY17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847725 w 2689225"/>
              <a:gd name="connsiteY4" fmla="*/ 218939 h 1119057"/>
              <a:gd name="connsiteX5" fmla="*/ 930275 w 2689225"/>
              <a:gd name="connsiteY5" fmla="*/ 72889 h 1119057"/>
              <a:gd name="connsiteX6" fmla="*/ 1095375 w 2689225"/>
              <a:gd name="connsiteY6" fmla="*/ 3039 h 1119057"/>
              <a:gd name="connsiteX7" fmla="*/ 1238250 w 2689225"/>
              <a:gd name="connsiteY7" fmla="*/ 168139 h 1119057"/>
              <a:gd name="connsiteX8" fmla="*/ 1336675 w 2689225"/>
              <a:gd name="connsiteY8" fmla="*/ 526914 h 1119057"/>
              <a:gd name="connsiteX9" fmla="*/ 1441450 w 2689225"/>
              <a:gd name="connsiteY9" fmla="*/ 777739 h 1119057"/>
              <a:gd name="connsiteX10" fmla="*/ 1527175 w 2689225"/>
              <a:gd name="connsiteY10" fmla="*/ 847589 h 1119057"/>
              <a:gd name="connsiteX11" fmla="*/ 1654175 w 2689225"/>
              <a:gd name="connsiteY11" fmla="*/ 825364 h 1119057"/>
              <a:gd name="connsiteX12" fmla="*/ 1822450 w 2689225"/>
              <a:gd name="connsiteY12" fmla="*/ 552314 h 1119057"/>
              <a:gd name="connsiteX13" fmla="*/ 1930400 w 2689225"/>
              <a:gd name="connsiteY13" fmla="*/ 339589 h 1119057"/>
              <a:gd name="connsiteX14" fmla="*/ 2133600 w 2689225"/>
              <a:gd name="connsiteY14" fmla="*/ 244339 h 1119057"/>
              <a:gd name="connsiteX15" fmla="*/ 2320925 w 2689225"/>
              <a:gd name="connsiteY15" fmla="*/ 501514 h 1119057"/>
              <a:gd name="connsiteX16" fmla="*/ 2689225 w 2689225"/>
              <a:gd name="connsiteY16" fmla="*/ 895214 h 1119057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1610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133600 w 2689225"/>
              <a:gd name="connsiteY12" fmla="*/ 244077 h 1118795"/>
              <a:gd name="connsiteX13" fmla="*/ 2320925 w 2689225"/>
              <a:gd name="connsiteY13" fmla="*/ 501252 h 1118795"/>
              <a:gd name="connsiteX14" fmla="*/ 2689225 w 2689225"/>
              <a:gd name="connsiteY14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320925 w 2689225"/>
              <a:gd name="connsiteY12" fmla="*/ 501252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1290 h 1119233"/>
              <a:gd name="connsiteX1" fmla="*/ 241300 w 2689225"/>
              <a:gd name="connsiteY1" fmla="*/ 1111290 h 1119233"/>
              <a:gd name="connsiteX2" fmla="*/ 415925 w 2689225"/>
              <a:gd name="connsiteY2" fmla="*/ 1028740 h 1119233"/>
              <a:gd name="connsiteX3" fmla="*/ 593725 w 2689225"/>
              <a:gd name="connsiteY3" fmla="*/ 816015 h 1119233"/>
              <a:gd name="connsiteX4" fmla="*/ 847725 w 2689225"/>
              <a:gd name="connsiteY4" fmla="*/ 219115 h 1119233"/>
              <a:gd name="connsiteX5" fmla="*/ 930275 w 2689225"/>
              <a:gd name="connsiteY5" fmla="*/ 68302 h 1119233"/>
              <a:gd name="connsiteX6" fmla="*/ 1095375 w 2689225"/>
              <a:gd name="connsiteY6" fmla="*/ 3215 h 1119233"/>
              <a:gd name="connsiteX7" fmla="*/ 1238250 w 2689225"/>
              <a:gd name="connsiteY7" fmla="*/ 168315 h 1119233"/>
              <a:gd name="connsiteX8" fmla="*/ 1336675 w 2689225"/>
              <a:gd name="connsiteY8" fmla="*/ 527090 h 1119233"/>
              <a:gd name="connsiteX9" fmla="*/ 1441450 w 2689225"/>
              <a:gd name="connsiteY9" fmla="*/ 777915 h 1119233"/>
              <a:gd name="connsiteX10" fmla="*/ 1654175 w 2689225"/>
              <a:gd name="connsiteY10" fmla="*/ 825540 h 1119233"/>
              <a:gd name="connsiteX11" fmla="*/ 1930400 w 2689225"/>
              <a:gd name="connsiteY11" fmla="*/ 333415 h 1119233"/>
              <a:gd name="connsiteX12" fmla="*/ 2286000 w 2689225"/>
              <a:gd name="connsiteY12" fmla="*/ 395328 h 1119233"/>
              <a:gd name="connsiteX13" fmla="*/ 2689225 w 2689225"/>
              <a:gd name="connsiteY13" fmla="*/ 895390 h 1119233"/>
              <a:gd name="connsiteX0" fmla="*/ 0 w 2689225"/>
              <a:gd name="connsiteY0" fmla="*/ 1110846 h 1118789"/>
              <a:gd name="connsiteX1" fmla="*/ 241300 w 2689225"/>
              <a:gd name="connsiteY1" fmla="*/ 1110846 h 1118789"/>
              <a:gd name="connsiteX2" fmla="*/ 415925 w 2689225"/>
              <a:gd name="connsiteY2" fmla="*/ 1028296 h 1118789"/>
              <a:gd name="connsiteX3" fmla="*/ 593725 w 2689225"/>
              <a:gd name="connsiteY3" fmla="*/ 815571 h 1118789"/>
              <a:gd name="connsiteX4" fmla="*/ 847725 w 2689225"/>
              <a:gd name="connsiteY4" fmla="*/ 218671 h 1118789"/>
              <a:gd name="connsiteX5" fmla="*/ 930275 w 2689225"/>
              <a:gd name="connsiteY5" fmla="*/ 67858 h 1118789"/>
              <a:gd name="connsiteX6" fmla="*/ 1095375 w 2689225"/>
              <a:gd name="connsiteY6" fmla="*/ 2771 h 1118789"/>
              <a:gd name="connsiteX7" fmla="*/ 1238250 w 2689225"/>
              <a:gd name="connsiteY7" fmla="*/ 167871 h 1118789"/>
              <a:gd name="connsiteX8" fmla="*/ 1336675 w 2689225"/>
              <a:gd name="connsiteY8" fmla="*/ 526646 h 1118789"/>
              <a:gd name="connsiteX9" fmla="*/ 1441450 w 2689225"/>
              <a:gd name="connsiteY9" fmla="*/ 777471 h 1118789"/>
              <a:gd name="connsiteX10" fmla="*/ 1654175 w 2689225"/>
              <a:gd name="connsiteY10" fmla="*/ 825096 h 1118789"/>
              <a:gd name="connsiteX11" fmla="*/ 1930400 w 2689225"/>
              <a:gd name="connsiteY11" fmla="*/ 332971 h 1118789"/>
              <a:gd name="connsiteX12" fmla="*/ 2286000 w 2689225"/>
              <a:gd name="connsiteY12" fmla="*/ 394884 h 1118789"/>
              <a:gd name="connsiteX13" fmla="*/ 2689225 w 2689225"/>
              <a:gd name="connsiteY13" fmla="*/ 894946 h 1118789"/>
              <a:gd name="connsiteX0" fmla="*/ 0 w 2689225"/>
              <a:gd name="connsiteY0" fmla="*/ 1111986 h 1119929"/>
              <a:gd name="connsiteX1" fmla="*/ 241300 w 2689225"/>
              <a:gd name="connsiteY1" fmla="*/ 1111986 h 1119929"/>
              <a:gd name="connsiteX2" fmla="*/ 415925 w 2689225"/>
              <a:gd name="connsiteY2" fmla="*/ 1029436 h 1119929"/>
              <a:gd name="connsiteX3" fmla="*/ 593725 w 2689225"/>
              <a:gd name="connsiteY3" fmla="*/ 816711 h 1119929"/>
              <a:gd name="connsiteX4" fmla="*/ 847725 w 2689225"/>
              <a:gd name="connsiteY4" fmla="*/ 219811 h 1119929"/>
              <a:gd name="connsiteX5" fmla="*/ 930275 w 2689225"/>
              <a:gd name="connsiteY5" fmla="*/ 68998 h 1119929"/>
              <a:gd name="connsiteX6" fmla="*/ 1095375 w 2689225"/>
              <a:gd name="connsiteY6" fmla="*/ 3911 h 1119929"/>
              <a:gd name="connsiteX7" fmla="*/ 1238250 w 2689225"/>
              <a:gd name="connsiteY7" fmla="*/ 169011 h 1119929"/>
              <a:gd name="connsiteX8" fmla="*/ 1336675 w 2689225"/>
              <a:gd name="connsiteY8" fmla="*/ 527786 h 1119929"/>
              <a:gd name="connsiteX9" fmla="*/ 1441450 w 2689225"/>
              <a:gd name="connsiteY9" fmla="*/ 778611 h 1119929"/>
              <a:gd name="connsiteX10" fmla="*/ 1654175 w 2689225"/>
              <a:gd name="connsiteY10" fmla="*/ 826236 h 1119929"/>
              <a:gd name="connsiteX11" fmla="*/ 1930400 w 2689225"/>
              <a:gd name="connsiteY11" fmla="*/ 334111 h 1119929"/>
              <a:gd name="connsiteX12" fmla="*/ 2286000 w 2689225"/>
              <a:gd name="connsiteY12" fmla="*/ 396024 h 1119929"/>
              <a:gd name="connsiteX13" fmla="*/ 2689225 w 2689225"/>
              <a:gd name="connsiteY13" fmla="*/ 896086 h 1119929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3027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2392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3146 h 1121089"/>
              <a:gd name="connsiteX1" fmla="*/ 241300 w 2689225"/>
              <a:gd name="connsiteY1" fmla="*/ 1113146 h 1121089"/>
              <a:gd name="connsiteX2" fmla="*/ 415925 w 2689225"/>
              <a:gd name="connsiteY2" fmla="*/ 1030596 h 1121089"/>
              <a:gd name="connsiteX3" fmla="*/ 593725 w 2689225"/>
              <a:gd name="connsiteY3" fmla="*/ 817871 h 1121089"/>
              <a:gd name="connsiteX4" fmla="*/ 847725 w 2689225"/>
              <a:gd name="connsiteY4" fmla="*/ 220971 h 1121089"/>
              <a:gd name="connsiteX5" fmla="*/ 923925 w 2689225"/>
              <a:gd name="connsiteY5" fmla="*/ 70158 h 1121089"/>
              <a:gd name="connsiteX6" fmla="*/ 1095375 w 2689225"/>
              <a:gd name="connsiteY6" fmla="*/ 5071 h 1121089"/>
              <a:gd name="connsiteX7" fmla="*/ 1238250 w 2689225"/>
              <a:gd name="connsiteY7" fmla="*/ 170171 h 1121089"/>
              <a:gd name="connsiteX8" fmla="*/ 1336675 w 2689225"/>
              <a:gd name="connsiteY8" fmla="*/ 528946 h 1121089"/>
              <a:gd name="connsiteX9" fmla="*/ 1441450 w 2689225"/>
              <a:gd name="connsiteY9" fmla="*/ 779771 h 1121089"/>
              <a:gd name="connsiteX10" fmla="*/ 1654175 w 2689225"/>
              <a:gd name="connsiteY10" fmla="*/ 827396 h 1121089"/>
              <a:gd name="connsiteX11" fmla="*/ 1930400 w 2689225"/>
              <a:gd name="connsiteY11" fmla="*/ 335271 h 1121089"/>
              <a:gd name="connsiteX12" fmla="*/ 2286000 w 2689225"/>
              <a:gd name="connsiteY12" fmla="*/ 397184 h 1121089"/>
              <a:gd name="connsiteX13" fmla="*/ 2689225 w 2689225"/>
              <a:gd name="connsiteY13" fmla="*/ 897246 h 1121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89225" h="1121089">
                <a:moveTo>
                  <a:pt x="0" y="1113146"/>
                </a:moveTo>
                <a:cubicBezTo>
                  <a:pt x="85989" y="1120025"/>
                  <a:pt x="171979" y="1126904"/>
                  <a:pt x="241300" y="1113146"/>
                </a:cubicBezTo>
                <a:cubicBezTo>
                  <a:pt x="310621" y="1099388"/>
                  <a:pt x="357188" y="1079808"/>
                  <a:pt x="415925" y="1030596"/>
                </a:cubicBezTo>
                <a:cubicBezTo>
                  <a:pt x="474663" y="981383"/>
                  <a:pt x="521758" y="952808"/>
                  <a:pt x="593725" y="817871"/>
                </a:cubicBezTo>
                <a:cubicBezTo>
                  <a:pt x="665692" y="682934"/>
                  <a:pt x="792692" y="345590"/>
                  <a:pt x="847725" y="220971"/>
                </a:cubicBezTo>
                <a:cubicBezTo>
                  <a:pt x="902758" y="96352"/>
                  <a:pt x="885824" y="126780"/>
                  <a:pt x="923925" y="70158"/>
                </a:cubicBezTo>
                <a:cubicBezTo>
                  <a:pt x="962026" y="13536"/>
                  <a:pt x="1042988" y="-11598"/>
                  <a:pt x="1095375" y="5071"/>
                </a:cubicBezTo>
                <a:cubicBezTo>
                  <a:pt x="1147762" y="21740"/>
                  <a:pt x="1193270" y="52697"/>
                  <a:pt x="1238250" y="170171"/>
                </a:cubicBezTo>
                <a:cubicBezTo>
                  <a:pt x="1283230" y="287645"/>
                  <a:pt x="1302808" y="427346"/>
                  <a:pt x="1336675" y="528946"/>
                </a:cubicBezTo>
                <a:cubicBezTo>
                  <a:pt x="1370542" y="630546"/>
                  <a:pt x="1382183" y="704629"/>
                  <a:pt x="1441450" y="779771"/>
                </a:cubicBezTo>
                <a:cubicBezTo>
                  <a:pt x="1500717" y="854913"/>
                  <a:pt x="1572683" y="901479"/>
                  <a:pt x="1654175" y="827396"/>
                </a:cubicBezTo>
                <a:cubicBezTo>
                  <a:pt x="1735667" y="753313"/>
                  <a:pt x="1855259" y="430786"/>
                  <a:pt x="1930400" y="335271"/>
                </a:cubicBezTo>
                <a:cubicBezTo>
                  <a:pt x="2005541" y="239756"/>
                  <a:pt x="2083329" y="161705"/>
                  <a:pt x="2286000" y="397184"/>
                </a:cubicBezTo>
                <a:cubicBezTo>
                  <a:pt x="2378604" y="505663"/>
                  <a:pt x="2551377" y="754635"/>
                  <a:pt x="2689225" y="897246"/>
                </a:cubicBezTo>
              </a:path>
            </a:pathLst>
          </a:custGeom>
          <a:noFill/>
          <a:ln w="130175">
            <a:gradFill>
              <a:gsLst>
                <a:gs pos="55000">
                  <a:srgbClr val="FF0000"/>
                </a:gs>
                <a:gs pos="79000">
                  <a:srgbClr val="009664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3A90CAA4-9386-5166-E76C-25B4CB8BD5FE}"/>
              </a:ext>
            </a:extLst>
          </p:cNvPr>
          <p:cNvGrpSpPr/>
          <p:nvPr/>
        </p:nvGrpSpPr>
        <p:grpSpPr>
          <a:xfrm>
            <a:off x="8719581" y="808358"/>
            <a:ext cx="1582351" cy="1279838"/>
            <a:chOff x="5920938" y="2182282"/>
            <a:chExt cx="1996864" cy="1615104"/>
          </a:xfrm>
          <a:solidFill>
            <a:srgbClr val="009664"/>
          </a:solidFill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57FDD04-8177-EA23-BE85-2720007983A5}"/>
                </a:ext>
              </a:extLst>
            </p:cNvPr>
            <p:cNvSpPr/>
            <p:nvPr/>
          </p:nvSpPr>
          <p:spPr>
            <a:xfrm rot="2652461">
              <a:off x="7193491" y="3272240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1B48247-F645-E9EF-1BA2-9E38CF1B2665}"/>
                </a:ext>
              </a:extLst>
            </p:cNvPr>
            <p:cNvSpPr/>
            <p:nvPr/>
          </p:nvSpPr>
          <p:spPr>
            <a:xfrm rot="18861597">
              <a:off x="7126707" y="2899831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08" name="Groupe 107">
              <a:extLst>
                <a:ext uri="{FF2B5EF4-FFF2-40B4-BE49-F238E27FC236}">
                  <a16:creationId xmlns:a16="http://schemas.microsoft.com/office/drawing/2014/main" id="{E4ADFD85-08D9-B9E9-5E1D-EC3C7654E68F}"/>
                </a:ext>
              </a:extLst>
            </p:cNvPr>
            <p:cNvGrpSpPr/>
            <p:nvPr/>
          </p:nvGrpSpPr>
          <p:grpSpPr>
            <a:xfrm>
              <a:off x="5920938" y="2182282"/>
              <a:ext cx="1996864" cy="1615104"/>
              <a:chOff x="5920938" y="2182282"/>
              <a:chExt cx="1996864" cy="1615104"/>
            </a:xfrm>
            <a:grpFill/>
          </p:grpSpPr>
          <p:sp>
            <p:nvSpPr>
              <p:cNvPr id="109" name="Ellipse 108">
                <a:extLst>
                  <a:ext uri="{FF2B5EF4-FFF2-40B4-BE49-F238E27FC236}">
                    <a16:creationId xmlns:a16="http://schemas.microsoft.com/office/drawing/2014/main" id="{95B44749-1B7E-E5A6-D2CC-415FC8655280}"/>
                  </a:ext>
                </a:extLst>
              </p:cNvPr>
              <p:cNvSpPr/>
              <p:nvPr/>
            </p:nvSpPr>
            <p:spPr>
              <a:xfrm>
                <a:off x="6354234" y="2182282"/>
                <a:ext cx="399600" cy="39793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0" name="Ellipse 109">
                <a:extLst>
                  <a:ext uri="{FF2B5EF4-FFF2-40B4-BE49-F238E27FC236}">
                    <a16:creationId xmlns:a16="http://schemas.microsoft.com/office/drawing/2014/main" id="{63BB4DA8-555E-196D-8FF6-71B5E31A1106}"/>
                  </a:ext>
                </a:extLst>
              </p:cNvPr>
              <p:cNvSpPr/>
              <p:nvPr/>
            </p:nvSpPr>
            <p:spPr>
              <a:xfrm>
                <a:off x="7480827" y="2502022"/>
                <a:ext cx="409047" cy="40734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1" name="Ellipse 110">
                <a:extLst>
                  <a:ext uri="{FF2B5EF4-FFF2-40B4-BE49-F238E27FC236}">
                    <a16:creationId xmlns:a16="http://schemas.microsoft.com/office/drawing/2014/main" id="{E2FA86AC-0C3B-4479-EF1A-646C8C871BC4}"/>
                  </a:ext>
                </a:extLst>
              </p:cNvPr>
              <p:cNvSpPr/>
              <p:nvPr/>
            </p:nvSpPr>
            <p:spPr>
              <a:xfrm>
                <a:off x="7511002" y="3329387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2" name="Ellipse 111">
                <a:extLst>
                  <a:ext uri="{FF2B5EF4-FFF2-40B4-BE49-F238E27FC236}">
                    <a16:creationId xmlns:a16="http://schemas.microsoft.com/office/drawing/2014/main" id="{0195B742-D404-8F86-1F1B-FB6704232AEC}"/>
                  </a:ext>
                </a:extLst>
              </p:cNvPr>
              <p:cNvSpPr/>
              <p:nvPr/>
            </p:nvSpPr>
            <p:spPr>
              <a:xfrm>
                <a:off x="7000666" y="2927351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3" name="Ellipse 112">
                <a:extLst>
                  <a:ext uri="{FF2B5EF4-FFF2-40B4-BE49-F238E27FC236}">
                    <a16:creationId xmlns:a16="http://schemas.microsoft.com/office/drawing/2014/main" id="{A8E0BF92-2394-05E6-65A1-543F4010B622}"/>
                  </a:ext>
                </a:extLst>
              </p:cNvPr>
              <p:cNvSpPr/>
              <p:nvPr/>
            </p:nvSpPr>
            <p:spPr>
              <a:xfrm>
                <a:off x="6327982" y="3390586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2BDB9464-377D-8A94-C6E5-B5633BEFA524}"/>
                  </a:ext>
                </a:extLst>
              </p:cNvPr>
              <p:cNvSpPr/>
              <p:nvPr/>
            </p:nvSpPr>
            <p:spPr>
              <a:xfrm rot="2890174">
                <a:off x="6450539" y="2751248"/>
                <a:ext cx="926528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153C5381-02BD-F757-8D52-45C60FE28478}"/>
                  </a:ext>
                </a:extLst>
              </p:cNvPr>
              <p:cNvSpPr/>
              <p:nvPr/>
            </p:nvSpPr>
            <p:spPr>
              <a:xfrm rot="18912334">
                <a:off x="5920938" y="2656779"/>
                <a:ext cx="659362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 </a:t>
                </a:r>
              </a:p>
            </p:txBody>
          </p:sp>
        </p:grpSp>
      </p:grpSp>
      <p:sp>
        <p:nvSpPr>
          <p:cNvPr id="116" name="Forme libre : forme 177">
            <a:extLst>
              <a:ext uri="{FF2B5EF4-FFF2-40B4-BE49-F238E27FC236}">
                <a16:creationId xmlns:a16="http://schemas.microsoft.com/office/drawing/2014/main" id="{4FEF59F9-B7C7-029A-893F-B9B4DF7BEB4A}"/>
              </a:ext>
            </a:extLst>
          </p:cNvPr>
          <p:cNvSpPr/>
          <p:nvPr/>
        </p:nvSpPr>
        <p:spPr>
          <a:xfrm>
            <a:off x="6828985" y="272493"/>
            <a:ext cx="2808167" cy="2223991"/>
          </a:xfrm>
          <a:custGeom>
            <a:avLst/>
            <a:gdLst>
              <a:gd name="connsiteX0" fmla="*/ 293934 w 3543794"/>
              <a:gd name="connsiteY0" fmla="*/ 0 h 2806588"/>
              <a:gd name="connsiteX1" fmla="*/ 3249860 w 3543794"/>
              <a:gd name="connsiteY1" fmla="*/ 0 h 2806588"/>
              <a:gd name="connsiteX2" fmla="*/ 3543794 w 3543794"/>
              <a:gd name="connsiteY2" fmla="*/ 293934 h 2806588"/>
              <a:gd name="connsiteX3" fmla="*/ 3543794 w 3543794"/>
              <a:gd name="connsiteY3" fmla="*/ 1172555 h 2806588"/>
              <a:gd name="connsiteX4" fmla="*/ 3400811 w 3543794"/>
              <a:gd name="connsiteY4" fmla="*/ 1012808 h 2806588"/>
              <a:gd name="connsiteX5" fmla="*/ 3400811 w 3543794"/>
              <a:gd name="connsiteY5" fmla="*/ 353422 h 2806588"/>
              <a:gd name="connsiteX6" fmla="*/ 3199733 w 3543794"/>
              <a:gd name="connsiteY6" fmla="*/ 152344 h 2806588"/>
              <a:gd name="connsiteX7" fmla="*/ 346455 w 3543794"/>
              <a:gd name="connsiteY7" fmla="*/ 152344 h 2806588"/>
              <a:gd name="connsiteX8" fmla="*/ 145377 w 3543794"/>
              <a:gd name="connsiteY8" fmla="*/ 353422 h 2806588"/>
              <a:gd name="connsiteX9" fmla="*/ 145377 w 3543794"/>
              <a:gd name="connsiteY9" fmla="*/ 2453166 h 2806588"/>
              <a:gd name="connsiteX10" fmla="*/ 346455 w 3543794"/>
              <a:gd name="connsiteY10" fmla="*/ 2654244 h 2806588"/>
              <a:gd name="connsiteX11" fmla="*/ 3199733 w 3543794"/>
              <a:gd name="connsiteY11" fmla="*/ 2654244 h 2806588"/>
              <a:gd name="connsiteX12" fmla="*/ 3400811 w 3543794"/>
              <a:gd name="connsiteY12" fmla="*/ 2453166 h 2806588"/>
              <a:gd name="connsiteX13" fmla="*/ 3400811 w 3543794"/>
              <a:gd name="connsiteY13" fmla="*/ 1920315 h 2806588"/>
              <a:gd name="connsiteX14" fmla="*/ 3440550 w 3543794"/>
              <a:gd name="connsiteY14" fmla="*/ 1953102 h 2806588"/>
              <a:gd name="connsiteX15" fmla="*/ 3507197 w 3543794"/>
              <a:gd name="connsiteY15" fmla="*/ 1989277 h 2806588"/>
              <a:gd name="connsiteX16" fmla="*/ 3543794 w 3543794"/>
              <a:gd name="connsiteY16" fmla="*/ 2000637 h 2806588"/>
              <a:gd name="connsiteX17" fmla="*/ 3543794 w 3543794"/>
              <a:gd name="connsiteY17" fmla="*/ 2512654 h 2806588"/>
              <a:gd name="connsiteX18" fmla="*/ 3249860 w 3543794"/>
              <a:gd name="connsiteY18" fmla="*/ 2806588 h 2806588"/>
              <a:gd name="connsiteX19" fmla="*/ 293934 w 3543794"/>
              <a:gd name="connsiteY19" fmla="*/ 2806588 h 2806588"/>
              <a:gd name="connsiteX20" fmla="*/ 0 w 3543794"/>
              <a:gd name="connsiteY20" fmla="*/ 2512654 h 2806588"/>
              <a:gd name="connsiteX21" fmla="*/ 0 w 3543794"/>
              <a:gd name="connsiteY21" fmla="*/ 293934 h 2806588"/>
              <a:gd name="connsiteX22" fmla="*/ 293934 w 3543794"/>
              <a:gd name="connsiteY22" fmla="*/ 0 h 280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543794" h="2806588">
                <a:moveTo>
                  <a:pt x="293934" y="0"/>
                </a:moveTo>
                <a:lnTo>
                  <a:pt x="3249860" y="0"/>
                </a:lnTo>
                <a:cubicBezTo>
                  <a:pt x="3412195" y="0"/>
                  <a:pt x="3543794" y="131599"/>
                  <a:pt x="3543794" y="293934"/>
                </a:cubicBezTo>
                <a:lnTo>
                  <a:pt x="3543794" y="1172555"/>
                </a:lnTo>
                <a:lnTo>
                  <a:pt x="3400811" y="1012808"/>
                </a:lnTo>
                <a:lnTo>
                  <a:pt x="3400811" y="353422"/>
                </a:lnTo>
                <a:cubicBezTo>
                  <a:pt x="3400811" y="242370"/>
                  <a:pt x="3310785" y="152344"/>
                  <a:pt x="3199733" y="152344"/>
                </a:cubicBezTo>
                <a:lnTo>
                  <a:pt x="346455" y="152344"/>
                </a:lnTo>
                <a:cubicBezTo>
                  <a:pt x="235403" y="152344"/>
                  <a:pt x="145377" y="242370"/>
                  <a:pt x="145377" y="353422"/>
                </a:cubicBezTo>
                <a:lnTo>
                  <a:pt x="145377" y="2453166"/>
                </a:lnTo>
                <a:cubicBezTo>
                  <a:pt x="145377" y="2564218"/>
                  <a:pt x="235403" y="2654244"/>
                  <a:pt x="346455" y="2654244"/>
                </a:cubicBezTo>
                <a:lnTo>
                  <a:pt x="3199733" y="2654244"/>
                </a:lnTo>
                <a:cubicBezTo>
                  <a:pt x="3310785" y="2654244"/>
                  <a:pt x="3400811" y="2564218"/>
                  <a:pt x="3400811" y="2453166"/>
                </a:cubicBezTo>
                <a:lnTo>
                  <a:pt x="3400811" y="1920315"/>
                </a:lnTo>
                <a:lnTo>
                  <a:pt x="3440550" y="1953102"/>
                </a:lnTo>
                <a:cubicBezTo>
                  <a:pt x="3461423" y="1967204"/>
                  <a:pt x="3483726" y="1979350"/>
                  <a:pt x="3507197" y="1989277"/>
                </a:cubicBezTo>
                <a:lnTo>
                  <a:pt x="3543794" y="2000637"/>
                </a:lnTo>
                <a:lnTo>
                  <a:pt x="3543794" y="2512654"/>
                </a:lnTo>
                <a:cubicBezTo>
                  <a:pt x="3543794" y="2674989"/>
                  <a:pt x="3412195" y="2806588"/>
                  <a:pt x="3249860" y="2806588"/>
                </a:cubicBezTo>
                <a:lnTo>
                  <a:pt x="293934" y="2806588"/>
                </a:lnTo>
                <a:cubicBezTo>
                  <a:pt x="131599" y="2806588"/>
                  <a:pt x="0" y="2674989"/>
                  <a:pt x="0" y="2512654"/>
                </a:cubicBezTo>
                <a:lnTo>
                  <a:pt x="0" y="293934"/>
                </a:lnTo>
                <a:cubicBezTo>
                  <a:pt x="0" y="131599"/>
                  <a:pt x="131599" y="0"/>
                  <a:pt x="2939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17" name="Forme libre : forme 164">
            <a:extLst>
              <a:ext uri="{FF2B5EF4-FFF2-40B4-BE49-F238E27FC236}">
                <a16:creationId xmlns:a16="http://schemas.microsoft.com/office/drawing/2014/main" id="{98A5CF7A-E2B4-B1B3-A91F-C044D5CCB528}"/>
              </a:ext>
            </a:extLst>
          </p:cNvPr>
          <p:cNvSpPr/>
          <p:nvPr/>
        </p:nvSpPr>
        <p:spPr>
          <a:xfrm>
            <a:off x="6944100" y="3758184"/>
            <a:ext cx="3500380" cy="1982551"/>
          </a:xfrm>
          <a:custGeom>
            <a:avLst/>
            <a:gdLst>
              <a:gd name="connsiteX0" fmla="*/ 201078 w 4417340"/>
              <a:gd name="connsiteY0" fmla="*/ 0 h 2501900"/>
              <a:gd name="connsiteX1" fmla="*/ 3054356 w 4417340"/>
              <a:gd name="connsiteY1" fmla="*/ 0 h 2501900"/>
              <a:gd name="connsiteX2" fmla="*/ 3255434 w 4417340"/>
              <a:gd name="connsiteY2" fmla="*/ 201078 h 2501900"/>
              <a:gd name="connsiteX3" fmla="*/ 3255434 w 4417340"/>
              <a:gd name="connsiteY3" fmla="*/ 859213 h 2501900"/>
              <a:gd name="connsiteX4" fmla="*/ 3459729 w 4417340"/>
              <a:gd name="connsiteY4" fmla="*/ 1087460 h 2501900"/>
              <a:gd name="connsiteX5" fmla="*/ 3514649 w 4417340"/>
              <a:gd name="connsiteY5" fmla="*/ 1081924 h 2501900"/>
              <a:gd name="connsiteX6" fmla="*/ 3593722 w 4417340"/>
              <a:gd name="connsiteY6" fmla="*/ 1089895 h 2501900"/>
              <a:gd name="connsiteX7" fmla="*/ 3605912 w 4417340"/>
              <a:gd name="connsiteY7" fmla="*/ 1093679 h 2501900"/>
              <a:gd name="connsiteX8" fmla="*/ 3601411 w 4417340"/>
              <a:gd name="connsiteY8" fmla="*/ 1049221 h 2501900"/>
              <a:gd name="connsiteX9" fmla="*/ 3995934 w 4417340"/>
              <a:gd name="connsiteY9" fmla="*/ 656344 h 2501900"/>
              <a:gd name="connsiteX10" fmla="*/ 4390457 w 4417340"/>
              <a:gd name="connsiteY10" fmla="*/ 1049221 h 2501900"/>
              <a:gd name="connsiteX11" fmla="*/ 3995934 w 4417340"/>
              <a:gd name="connsiteY11" fmla="*/ 1442098 h 2501900"/>
              <a:gd name="connsiteX12" fmla="*/ 3916424 w 4417340"/>
              <a:gd name="connsiteY12" fmla="*/ 1434116 h 2501900"/>
              <a:gd name="connsiteX13" fmla="*/ 3902522 w 4417340"/>
              <a:gd name="connsiteY13" fmla="*/ 1429819 h 2501900"/>
              <a:gd name="connsiteX14" fmla="*/ 3907004 w 4417340"/>
              <a:gd name="connsiteY14" fmla="*/ 1474279 h 2501900"/>
              <a:gd name="connsiteX15" fmla="*/ 3903910 w 4417340"/>
              <a:gd name="connsiteY15" fmla="*/ 1504969 h 2501900"/>
              <a:gd name="connsiteX16" fmla="*/ 3945912 w 4417340"/>
              <a:gd name="connsiteY16" fmla="*/ 1491931 h 2501900"/>
              <a:gd name="connsiteX17" fmla="*/ 4024985 w 4417340"/>
              <a:gd name="connsiteY17" fmla="*/ 1483960 h 2501900"/>
              <a:gd name="connsiteX18" fmla="*/ 4417340 w 4417340"/>
              <a:gd name="connsiteY18" fmla="*/ 1876315 h 2501900"/>
              <a:gd name="connsiteX19" fmla="*/ 4024985 w 4417340"/>
              <a:gd name="connsiteY19" fmla="*/ 2268670 h 2501900"/>
              <a:gd name="connsiteX20" fmla="*/ 3632630 w 4417340"/>
              <a:gd name="connsiteY20" fmla="*/ 1876315 h 2501900"/>
              <a:gd name="connsiteX21" fmla="*/ 3635724 w 4417340"/>
              <a:gd name="connsiteY21" fmla="*/ 1845625 h 2501900"/>
              <a:gd name="connsiteX22" fmla="*/ 3593722 w 4417340"/>
              <a:gd name="connsiteY22" fmla="*/ 1858663 h 2501900"/>
              <a:gd name="connsiteX23" fmla="*/ 3514649 w 4417340"/>
              <a:gd name="connsiteY23" fmla="*/ 1866634 h 2501900"/>
              <a:gd name="connsiteX24" fmla="*/ 3295280 w 4417340"/>
              <a:gd name="connsiteY24" fmla="*/ 1799626 h 2501900"/>
              <a:gd name="connsiteX25" fmla="*/ 3255434 w 4417340"/>
              <a:gd name="connsiteY25" fmla="*/ 1766751 h 2501900"/>
              <a:gd name="connsiteX26" fmla="*/ 3255434 w 4417340"/>
              <a:gd name="connsiteY26" fmla="*/ 2300822 h 2501900"/>
              <a:gd name="connsiteX27" fmla="*/ 3054356 w 4417340"/>
              <a:gd name="connsiteY27" fmla="*/ 2501900 h 2501900"/>
              <a:gd name="connsiteX28" fmla="*/ 201078 w 4417340"/>
              <a:gd name="connsiteY28" fmla="*/ 2501900 h 2501900"/>
              <a:gd name="connsiteX29" fmla="*/ 0 w 4417340"/>
              <a:gd name="connsiteY29" fmla="*/ 2300822 h 2501900"/>
              <a:gd name="connsiteX30" fmla="*/ 0 w 4417340"/>
              <a:gd name="connsiteY30" fmla="*/ 201078 h 2501900"/>
              <a:gd name="connsiteX31" fmla="*/ 201078 w 4417340"/>
              <a:gd name="connsiteY31" fmla="*/ 0 h 250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417340" h="2501900">
                <a:moveTo>
                  <a:pt x="201078" y="0"/>
                </a:moveTo>
                <a:lnTo>
                  <a:pt x="3054356" y="0"/>
                </a:lnTo>
                <a:cubicBezTo>
                  <a:pt x="3165408" y="0"/>
                  <a:pt x="3255434" y="90026"/>
                  <a:pt x="3255434" y="201078"/>
                </a:cubicBezTo>
                <a:lnTo>
                  <a:pt x="3255434" y="859213"/>
                </a:lnTo>
                <a:lnTo>
                  <a:pt x="3459729" y="1087460"/>
                </a:lnTo>
                <a:lnTo>
                  <a:pt x="3514649" y="1081924"/>
                </a:lnTo>
                <a:cubicBezTo>
                  <a:pt x="3541735" y="1081924"/>
                  <a:pt x="3568181" y="1084669"/>
                  <a:pt x="3593722" y="1089895"/>
                </a:cubicBezTo>
                <a:lnTo>
                  <a:pt x="3605912" y="1093679"/>
                </a:lnTo>
                <a:lnTo>
                  <a:pt x="3601411" y="1049221"/>
                </a:lnTo>
                <a:cubicBezTo>
                  <a:pt x="3601411" y="832241"/>
                  <a:pt x="3778045" y="656344"/>
                  <a:pt x="3995934" y="656344"/>
                </a:cubicBezTo>
                <a:cubicBezTo>
                  <a:pt x="4213823" y="656344"/>
                  <a:pt x="4390457" y="832241"/>
                  <a:pt x="4390457" y="1049221"/>
                </a:cubicBezTo>
                <a:cubicBezTo>
                  <a:pt x="4390457" y="1266201"/>
                  <a:pt x="4213823" y="1442098"/>
                  <a:pt x="3995934" y="1442098"/>
                </a:cubicBezTo>
                <a:cubicBezTo>
                  <a:pt x="3968698" y="1442098"/>
                  <a:pt x="3942107" y="1439350"/>
                  <a:pt x="3916424" y="1434116"/>
                </a:cubicBezTo>
                <a:lnTo>
                  <a:pt x="3902522" y="1429819"/>
                </a:lnTo>
                <a:lnTo>
                  <a:pt x="3907004" y="1474279"/>
                </a:lnTo>
                <a:lnTo>
                  <a:pt x="3903910" y="1504969"/>
                </a:lnTo>
                <a:lnTo>
                  <a:pt x="3945912" y="1491931"/>
                </a:lnTo>
                <a:cubicBezTo>
                  <a:pt x="3971453" y="1486705"/>
                  <a:pt x="3997899" y="1483960"/>
                  <a:pt x="4024985" y="1483960"/>
                </a:cubicBezTo>
                <a:cubicBezTo>
                  <a:pt x="4241677" y="1483960"/>
                  <a:pt x="4417340" y="1659623"/>
                  <a:pt x="4417340" y="1876315"/>
                </a:cubicBezTo>
                <a:cubicBezTo>
                  <a:pt x="4417340" y="2093007"/>
                  <a:pt x="4241677" y="2268670"/>
                  <a:pt x="4024985" y="2268670"/>
                </a:cubicBezTo>
                <a:cubicBezTo>
                  <a:pt x="3808293" y="2268670"/>
                  <a:pt x="3632630" y="2093007"/>
                  <a:pt x="3632630" y="1876315"/>
                </a:cubicBezTo>
                <a:lnTo>
                  <a:pt x="3635724" y="1845625"/>
                </a:lnTo>
                <a:lnTo>
                  <a:pt x="3593722" y="1858663"/>
                </a:lnTo>
                <a:cubicBezTo>
                  <a:pt x="3568181" y="1863889"/>
                  <a:pt x="3541735" y="1866634"/>
                  <a:pt x="3514649" y="1866634"/>
                </a:cubicBezTo>
                <a:cubicBezTo>
                  <a:pt x="3433390" y="1866634"/>
                  <a:pt x="3357900" y="1841932"/>
                  <a:pt x="3295280" y="1799626"/>
                </a:cubicBezTo>
                <a:lnTo>
                  <a:pt x="3255434" y="1766751"/>
                </a:lnTo>
                <a:lnTo>
                  <a:pt x="3255434" y="2300822"/>
                </a:lnTo>
                <a:cubicBezTo>
                  <a:pt x="3255434" y="2411874"/>
                  <a:pt x="3165408" y="2501900"/>
                  <a:pt x="3054356" y="2501900"/>
                </a:cubicBezTo>
                <a:lnTo>
                  <a:pt x="201078" y="2501900"/>
                </a:lnTo>
                <a:cubicBezTo>
                  <a:pt x="90026" y="2501900"/>
                  <a:pt x="0" y="2411874"/>
                  <a:pt x="0" y="2300822"/>
                </a:cubicBezTo>
                <a:lnTo>
                  <a:pt x="0" y="201078"/>
                </a:lnTo>
                <a:cubicBezTo>
                  <a:pt x="0" y="90026"/>
                  <a:pt x="90026" y="0"/>
                  <a:pt x="2010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18" name="Forme libre : forme 165">
            <a:extLst>
              <a:ext uri="{FF2B5EF4-FFF2-40B4-BE49-F238E27FC236}">
                <a16:creationId xmlns:a16="http://schemas.microsoft.com/office/drawing/2014/main" id="{FDDABDA5-AD82-DAC1-65E5-6EDAE6BA26FA}"/>
              </a:ext>
            </a:extLst>
          </p:cNvPr>
          <p:cNvSpPr/>
          <p:nvPr/>
        </p:nvSpPr>
        <p:spPr>
          <a:xfrm>
            <a:off x="6937478" y="4511449"/>
            <a:ext cx="2159072" cy="888372"/>
          </a:xfrm>
          <a:custGeom>
            <a:avLst/>
            <a:gdLst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549400 w 2689225"/>
              <a:gd name="connsiteY12" fmla="*/ 838064 h 1119057"/>
              <a:gd name="connsiteX13" fmla="*/ 1654175 w 2689225"/>
              <a:gd name="connsiteY13" fmla="*/ 825364 h 1119057"/>
              <a:gd name="connsiteX14" fmla="*/ 1822450 w 2689225"/>
              <a:gd name="connsiteY14" fmla="*/ 552314 h 1119057"/>
              <a:gd name="connsiteX15" fmla="*/ 1930400 w 2689225"/>
              <a:gd name="connsiteY15" fmla="*/ 339589 h 1119057"/>
              <a:gd name="connsiteX16" fmla="*/ 2133600 w 2689225"/>
              <a:gd name="connsiteY16" fmla="*/ 244339 h 1119057"/>
              <a:gd name="connsiteX17" fmla="*/ 2320925 w 2689225"/>
              <a:gd name="connsiteY17" fmla="*/ 501514 h 1119057"/>
              <a:gd name="connsiteX18" fmla="*/ 2689225 w 2689225"/>
              <a:gd name="connsiteY18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654175 w 2689225"/>
              <a:gd name="connsiteY12" fmla="*/ 825364 h 1119057"/>
              <a:gd name="connsiteX13" fmla="*/ 1822450 w 2689225"/>
              <a:gd name="connsiteY13" fmla="*/ 552314 h 1119057"/>
              <a:gd name="connsiteX14" fmla="*/ 1930400 w 2689225"/>
              <a:gd name="connsiteY14" fmla="*/ 339589 h 1119057"/>
              <a:gd name="connsiteX15" fmla="*/ 2133600 w 2689225"/>
              <a:gd name="connsiteY15" fmla="*/ 244339 h 1119057"/>
              <a:gd name="connsiteX16" fmla="*/ 2320925 w 2689225"/>
              <a:gd name="connsiteY16" fmla="*/ 501514 h 1119057"/>
              <a:gd name="connsiteX17" fmla="*/ 2689225 w 2689225"/>
              <a:gd name="connsiteY17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847725 w 2689225"/>
              <a:gd name="connsiteY4" fmla="*/ 218939 h 1119057"/>
              <a:gd name="connsiteX5" fmla="*/ 930275 w 2689225"/>
              <a:gd name="connsiteY5" fmla="*/ 72889 h 1119057"/>
              <a:gd name="connsiteX6" fmla="*/ 1095375 w 2689225"/>
              <a:gd name="connsiteY6" fmla="*/ 3039 h 1119057"/>
              <a:gd name="connsiteX7" fmla="*/ 1238250 w 2689225"/>
              <a:gd name="connsiteY7" fmla="*/ 168139 h 1119057"/>
              <a:gd name="connsiteX8" fmla="*/ 1336675 w 2689225"/>
              <a:gd name="connsiteY8" fmla="*/ 526914 h 1119057"/>
              <a:gd name="connsiteX9" fmla="*/ 1441450 w 2689225"/>
              <a:gd name="connsiteY9" fmla="*/ 777739 h 1119057"/>
              <a:gd name="connsiteX10" fmla="*/ 1527175 w 2689225"/>
              <a:gd name="connsiteY10" fmla="*/ 847589 h 1119057"/>
              <a:gd name="connsiteX11" fmla="*/ 1654175 w 2689225"/>
              <a:gd name="connsiteY11" fmla="*/ 825364 h 1119057"/>
              <a:gd name="connsiteX12" fmla="*/ 1822450 w 2689225"/>
              <a:gd name="connsiteY12" fmla="*/ 552314 h 1119057"/>
              <a:gd name="connsiteX13" fmla="*/ 1930400 w 2689225"/>
              <a:gd name="connsiteY13" fmla="*/ 339589 h 1119057"/>
              <a:gd name="connsiteX14" fmla="*/ 2133600 w 2689225"/>
              <a:gd name="connsiteY14" fmla="*/ 244339 h 1119057"/>
              <a:gd name="connsiteX15" fmla="*/ 2320925 w 2689225"/>
              <a:gd name="connsiteY15" fmla="*/ 501514 h 1119057"/>
              <a:gd name="connsiteX16" fmla="*/ 2689225 w 2689225"/>
              <a:gd name="connsiteY16" fmla="*/ 895214 h 1119057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1610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133600 w 2689225"/>
              <a:gd name="connsiteY12" fmla="*/ 244077 h 1118795"/>
              <a:gd name="connsiteX13" fmla="*/ 2320925 w 2689225"/>
              <a:gd name="connsiteY13" fmla="*/ 501252 h 1118795"/>
              <a:gd name="connsiteX14" fmla="*/ 2689225 w 2689225"/>
              <a:gd name="connsiteY14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320925 w 2689225"/>
              <a:gd name="connsiteY12" fmla="*/ 501252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1290 h 1119233"/>
              <a:gd name="connsiteX1" fmla="*/ 241300 w 2689225"/>
              <a:gd name="connsiteY1" fmla="*/ 1111290 h 1119233"/>
              <a:gd name="connsiteX2" fmla="*/ 415925 w 2689225"/>
              <a:gd name="connsiteY2" fmla="*/ 1028740 h 1119233"/>
              <a:gd name="connsiteX3" fmla="*/ 593725 w 2689225"/>
              <a:gd name="connsiteY3" fmla="*/ 816015 h 1119233"/>
              <a:gd name="connsiteX4" fmla="*/ 847725 w 2689225"/>
              <a:gd name="connsiteY4" fmla="*/ 219115 h 1119233"/>
              <a:gd name="connsiteX5" fmla="*/ 930275 w 2689225"/>
              <a:gd name="connsiteY5" fmla="*/ 68302 h 1119233"/>
              <a:gd name="connsiteX6" fmla="*/ 1095375 w 2689225"/>
              <a:gd name="connsiteY6" fmla="*/ 3215 h 1119233"/>
              <a:gd name="connsiteX7" fmla="*/ 1238250 w 2689225"/>
              <a:gd name="connsiteY7" fmla="*/ 168315 h 1119233"/>
              <a:gd name="connsiteX8" fmla="*/ 1336675 w 2689225"/>
              <a:gd name="connsiteY8" fmla="*/ 527090 h 1119233"/>
              <a:gd name="connsiteX9" fmla="*/ 1441450 w 2689225"/>
              <a:gd name="connsiteY9" fmla="*/ 777915 h 1119233"/>
              <a:gd name="connsiteX10" fmla="*/ 1654175 w 2689225"/>
              <a:gd name="connsiteY10" fmla="*/ 825540 h 1119233"/>
              <a:gd name="connsiteX11" fmla="*/ 1930400 w 2689225"/>
              <a:gd name="connsiteY11" fmla="*/ 333415 h 1119233"/>
              <a:gd name="connsiteX12" fmla="*/ 2286000 w 2689225"/>
              <a:gd name="connsiteY12" fmla="*/ 395328 h 1119233"/>
              <a:gd name="connsiteX13" fmla="*/ 2689225 w 2689225"/>
              <a:gd name="connsiteY13" fmla="*/ 895390 h 1119233"/>
              <a:gd name="connsiteX0" fmla="*/ 0 w 2689225"/>
              <a:gd name="connsiteY0" fmla="*/ 1110846 h 1118789"/>
              <a:gd name="connsiteX1" fmla="*/ 241300 w 2689225"/>
              <a:gd name="connsiteY1" fmla="*/ 1110846 h 1118789"/>
              <a:gd name="connsiteX2" fmla="*/ 415925 w 2689225"/>
              <a:gd name="connsiteY2" fmla="*/ 1028296 h 1118789"/>
              <a:gd name="connsiteX3" fmla="*/ 593725 w 2689225"/>
              <a:gd name="connsiteY3" fmla="*/ 815571 h 1118789"/>
              <a:gd name="connsiteX4" fmla="*/ 847725 w 2689225"/>
              <a:gd name="connsiteY4" fmla="*/ 218671 h 1118789"/>
              <a:gd name="connsiteX5" fmla="*/ 930275 w 2689225"/>
              <a:gd name="connsiteY5" fmla="*/ 67858 h 1118789"/>
              <a:gd name="connsiteX6" fmla="*/ 1095375 w 2689225"/>
              <a:gd name="connsiteY6" fmla="*/ 2771 h 1118789"/>
              <a:gd name="connsiteX7" fmla="*/ 1238250 w 2689225"/>
              <a:gd name="connsiteY7" fmla="*/ 167871 h 1118789"/>
              <a:gd name="connsiteX8" fmla="*/ 1336675 w 2689225"/>
              <a:gd name="connsiteY8" fmla="*/ 526646 h 1118789"/>
              <a:gd name="connsiteX9" fmla="*/ 1441450 w 2689225"/>
              <a:gd name="connsiteY9" fmla="*/ 777471 h 1118789"/>
              <a:gd name="connsiteX10" fmla="*/ 1654175 w 2689225"/>
              <a:gd name="connsiteY10" fmla="*/ 825096 h 1118789"/>
              <a:gd name="connsiteX11" fmla="*/ 1930400 w 2689225"/>
              <a:gd name="connsiteY11" fmla="*/ 332971 h 1118789"/>
              <a:gd name="connsiteX12" fmla="*/ 2286000 w 2689225"/>
              <a:gd name="connsiteY12" fmla="*/ 394884 h 1118789"/>
              <a:gd name="connsiteX13" fmla="*/ 2689225 w 2689225"/>
              <a:gd name="connsiteY13" fmla="*/ 894946 h 1118789"/>
              <a:gd name="connsiteX0" fmla="*/ 0 w 2689225"/>
              <a:gd name="connsiteY0" fmla="*/ 1111986 h 1119929"/>
              <a:gd name="connsiteX1" fmla="*/ 241300 w 2689225"/>
              <a:gd name="connsiteY1" fmla="*/ 1111986 h 1119929"/>
              <a:gd name="connsiteX2" fmla="*/ 415925 w 2689225"/>
              <a:gd name="connsiteY2" fmla="*/ 1029436 h 1119929"/>
              <a:gd name="connsiteX3" fmla="*/ 593725 w 2689225"/>
              <a:gd name="connsiteY3" fmla="*/ 816711 h 1119929"/>
              <a:gd name="connsiteX4" fmla="*/ 847725 w 2689225"/>
              <a:gd name="connsiteY4" fmla="*/ 219811 h 1119929"/>
              <a:gd name="connsiteX5" fmla="*/ 930275 w 2689225"/>
              <a:gd name="connsiteY5" fmla="*/ 68998 h 1119929"/>
              <a:gd name="connsiteX6" fmla="*/ 1095375 w 2689225"/>
              <a:gd name="connsiteY6" fmla="*/ 3911 h 1119929"/>
              <a:gd name="connsiteX7" fmla="*/ 1238250 w 2689225"/>
              <a:gd name="connsiteY7" fmla="*/ 169011 h 1119929"/>
              <a:gd name="connsiteX8" fmla="*/ 1336675 w 2689225"/>
              <a:gd name="connsiteY8" fmla="*/ 527786 h 1119929"/>
              <a:gd name="connsiteX9" fmla="*/ 1441450 w 2689225"/>
              <a:gd name="connsiteY9" fmla="*/ 778611 h 1119929"/>
              <a:gd name="connsiteX10" fmla="*/ 1654175 w 2689225"/>
              <a:gd name="connsiteY10" fmla="*/ 826236 h 1119929"/>
              <a:gd name="connsiteX11" fmla="*/ 1930400 w 2689225"/>
              <a:gd name="connsiteY11" fmla="*/ 334111 h 1119929"/>
              <a:gd name="connsiteX12" fmla="*/ 2286000 w 2689225"/>
              <a:gd name="connsiteY12" fmla="*/ 396024 h 1119929"/>
              <a:gd name="connsiteX13" fmla="*/ 2689225 w 2689225"/>
              <a:gd name="connsiteY13" fmla="*/ 896086 h 1119929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3027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2392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3146 h 1121089"/>
              <a:gd name="connsiteX1" fmla="*/ 241300 w 2689225"/>
              <a:gd name="connsiteY1" fmla="*/ 1113146 h 1121089"/>
              <a:gd name="connsiteX2" fmla="*/ 415925 w 2689225"/>
              <a:gd name="connsiteY2" fmla="*/ 1030596 h 1121089"/>
              <a:gd name="connsiteX3" fmla="*/ 593725 w 2689225"/>
              <a:gd name="connsiteY3" fmla="*/ 817871 h 1121089"/>
              <a:gd name="connsiteX4" fmla="*/ 847725 w 2689225"/>
              <a:gd name="connsiteY4" fmla="*/ 220971 h 1121089"/>
              <a:gd name="connsiteX5" fmla="*/ 923925 w 2689225"/>
              <a:gd name="connsiteY5" fmla="*/ 70158 h 1121089"/>
              <a:gd name="connsiteX6" fmla="*/ 1095375 w 2689225"/>
              <a:gd name="connsiteY6" fmla="*/ 5071 h 1121089"/>
              <a:gd name="connsiteX7" fmla="*/ 1238250 w 2689225"/>
              <a:gd name="connsiteY7" fmla="*/ 170171 h 1121089"/>
              <a:gd name="connsiteX8" fmla="*/ 1336675 w 2689225"/>
              <a:gd name="connsiteY8" fmla="*/ 528946 h 1121089"/>
              <a:gd name="connsiteX9" fmla="*/ 1441450 w 2689225"/>
              <a:gd name="connsiteY9" fmla="*/ 779771 h 1121089"/>
              <a:gd name="connsiteX10" fmla="*/ 1654175 w 2689225"/>
              <a:gd name="connsiteY10" fmla="*/ 827396 h 1121089"/>
              <a:gd name="connsiteX11" fmla="*/ 1930400 w 2689225"/>
              <a:gd name="connsiteY11" fmla="*/ 335271 h 1121089"/>
              <a:gd name="connsiteX12" fmla="*/ 2286000 w 2689225"/>
              <a:gd name="connsiteY12" fmla="*/ 397184 h 1121089"/>
              <a:gd name="connsiteX13" fmla="*/ 2689225 w 2689225"/>
              <a:gd name="connsiteY13" fmla="*/ 897246 h 1121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89225" h="1121089">
                <a:moveTo>
                  <a:pt x="0" y="1113146"/>
                </a:moveTo>
                <a:cubicBezTo>
                  <a:pt x="85989" y="1120025"/>
                  <a:pt x="171979" y="1126904"/>
                  <a:pt x="241300" y="1113146"/>
                </a:cubicBezTo>
                <a:cubicBezTo>
                  <a:pt x="310621" y="1099388"/>
                  <a:pt x="357188" y="1079808"/>
                  <a:pt x="415925" y="1030596"/>
                </a:cubicBezTo>
                <a:cubicBezTo>
                  <a:pt x="474663" y="981383"/>
                  <a:pt x="521758" y="952808"/>
                  <a:pt x="593725" y="817871"/>
                </a:cubicBezTo>
                <a:cubicBezTo>
                  <a:pt x="665692" y="682934"/>
                  <a:pt x="792692" y="345590"/>
                  <a:pt x="847725" y="220971"/>
                </a:cubicBezTo>
                <a:cubicBezTo>
                  <a:pt x="902758" y="96352"/>
                  <a:pt x="885824" y="126780"/>
                  <a:pt x="923925" y="70158"/>
                </a:cubicBezTo>
                <a:cubicBezTo>
                  <a:pt x="962026" y="13536"/>
                  <a:pt x="1042988" y="-11598"/>
                  <a:pt x="1095375" y="5071"/>
                </a:cubicBezTo>
                <a:cubicBezTo>
                  <a:pt x="1147762" y="21740"/>
                  <a:pt x="1193270" y="52697"/>
                  <a:pt x="1238250" y="170171"/>
                </a:cubicBezTo>
                <a:cubicBezTo>
                  <a:pt x="1283230" y="287645"/>
                  <a:pt x="1302808" y="427346"/>
                  <a:pt x="1336675" y="528946"/>
                </a:cubicBezTo>
                <a:cubicBezTo>
                  <a:pt x="1370542" y="630546"/>
                  <a:pt x="1382183" y="704629"/>
                  <a:pt x="1441450" y="779771"/>
                </a:cubicBezTo>
                <a:cubicBezTo>
                  <a:pt x="1500717" y="854913"/>
                  <a:pt x="1572683" y="901479"/>
                  <a:pt x="1654175" y="827396"/>
                </a:cubicBezTo>
                <a:cubicBezTo>
                  <a:pt x="1735667" y="753313"/>
                  <a:pt x="1855259" y="430786"/>
                  <a:pt x="1930400" y="335271"/>
                </a:cubicBezTo>
                <a:cubicBezTo>
                  <a:pt x="2005541" y="239756"/>
                  <a:pt x="2083329" y="161705"/>
                  <a:pt x="2286000" y="397184"/>
                </a:cubicBezTo>
                <a:cubicBezTo>
                  <a:pt x="2378604" y="505663"/>
                  <a:pt x="2551377" y="754635"/>
                  <a:pt x="2689225" y="897246"/>
                </a:cubicBezTo>
              </a:path>
            </a:pathLst>
          </a:custGeom>
          <a:noFill/>
          <a:ln w="130175">
            <a:gradFill>
              <a:gsLst>
                <a:gs pos="55000">
                  <a:srgbClr val="FF0000"/>
                </a:gs>
                <a:gs pos="79000">
                  <a:srgbClr val="FF6400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grpSp>
        <p:nvGrpSpPr>
          <p:cNvPr id="119" name="Groupe 118">
            <a:extLst>
              <a:ext uri="{FF2B5EF4-FFF2-40B4-BE49-F238E27FC236}">
                <a16:creationId xmlns:a16="http://schemas.microsoft.com/office/drawing/2014/main" id="{3A90CAA4-9386-5166-E76C-25B4CB8BD5FE}"/>
              </a:ext>
            </a:extLst>
          </p:cNvPr>
          <p:cNvGrpSpPr/>
          <p:nvPr/>
        </p:nvGrpSpPr>
        <p:grpSpPr>
          <a:xfrm>
            <a:off x="8719581" y="4192260"/>
            <a:ext cx="1582351" cy="1279838"/>
            <a:chOff x="5920938" y="2182282"/>
            <a:chExt cx="1996864" cy="1615104"/>
          </a:xfrm>
          <a:solidFill>
            <a:srgbClr val="FF6400"/>
          </a:solidFill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E57FDD04-8177-EA23-BE85-2720007983A5}"/>
                </a:ext>
              </a:extLst>
            </p:cNvPr>
            <p:cNvSpPr/>
            <p:nvPr/>
          </p:nvSpPr>
          <p:spPr>
            <a:xfrm rot="2652461">
              <a:off x="7193491" y="3272240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F1B48247-F645-E9EF-1BA2-9E38CF1B2665}"/>
                </a:ext>
              </a:extLst>
            </p:cNvPr>
            <p:cNvSpPr/>
            <p:nvPr/>
          </p:nvSpPr>
          <p:spPr>
            <a:xfrm rot="18861597">
              <a:off x="7126707" y="2899831"/>
              <a:ext cx="553485" cy="1191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22" name="Groupe 121">
              <a:extLst>
                <a:ext uri="{FF2B5EF4-FFF2-40B4-BE49-F238E27FC236}">
                  <a16:creationId xmlns:a16="http://schemas.microsoft.com/office/drawing/2014/main" id="{E4ADFD85-08D9-B9E9-5E1D-EC3C7654E68F}"/>
                </a:ext>
              </a:extLst>
            </p:cNvPr>
            <p:cNvGrpSpPr/>
            <p:nvPr/>
          </p:nvGrpSpPr>
          <p:grpSpPr>
            <a:xfrm>
              <a:off x="5920938" y="2182282"/>
              <a:ext cx="1996864" cy="1615104"/>
              <a:chOff x="5920938" y="2182282"/>
              <a:chExt cx="1996864" cy="1615104"/>
            </a:xfrm>
            <a:grpFill/>
          </p:grpSpPr>
          <p:sp>
            <p:nvSpPr>
              <p:cNvPr id="123" name="Ellipse 122">
                <a:extLst>
                  <a:ext uri="{FF2B5EF4-FFF2-40B4-BE49-F238E27FC236}">
                    <a16:creationId xmlns:a16="http://schemas.microsoft.com/office/drawing/2014/main" id="{95B44749-1B7E-E5A6-D2CC-415FC8655280}"/>
                  </a:ext>
                </a:extLst>
              </p:cNvPr>
              <p:cNvSpPr/>
              <p:nvPr/>
            </p:nvSpPr>
            <p:spPr>
              <a:xfrm>
                <a:off x="6354234" y="2182282"/>
                <a:ext cx="399600" cy="39793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4" name="Ellipse 123">
                <a:extLst>
                  <a:ext uri="{FF2B5EF4-FFF2-40B4-BE49-F238E27FC236}">
                    <a16:creationId xmlns:a16="http://schemas.microsoft.com/office/drawing/2014/main" id="{63BB4DA8-555E-196D-8FF6-71B5E31A1106}"/>
                  </a:ext>
                </a:extLst>
              </p:cNvPr>
              <p:cNvSpPr/>
              <p:nvPr/>
            </p:nvSpPr>
            <p:spPr>
              <a:xfrm>
                <a:off x="7480827" y="2502022"/>
                <a:ext cx="409047" cy="40734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5" name="Ellipse 124">
                <a:extLst>
                  <a:ext uri="{FF2B5EF4-FFF2-40B4-BE49-F238E27FC236}">
                    <a16:creationId xmlns:a16="http://schemas.microsoft.com/office/drawing/2014/main" id="{E2FA86AC-0C3B-4479-EF1A-646C8C871BC4}"/>
                  </a:ext>
                </a:extLst>
              </p:cNvPr>
              <p:cNvSpPr/>
              <p:nvPr/>
            </p:nvSpPr>
            <p:spPr>
              <a:xfrm>
                <a:off x="7511002" y="3329387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6" name="Ellipse 125">
                <a:extLst>
                  <a:ext uri="{FF2B5EF4-FFF2-40B4-BE49-F238E27FC236}">
                    <a16:creationId xmlns:a16="http://schemas.microsoft.com/office/drawing/2014/main" id="{0195B742-D404-8F86-1F1B-FB6704232AEC}"/>
                  </a:ext>
                </a:extLst>
              </p:cNvPr>
              <p:cNvSpPr/>
              <p:nvPr/>
            </p:nvSpPr>
            <p:spPr>
              <a:xfrm>
                <a:off x="7000666" y="2927351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7" name="Ellipse 126">
                <a:extLst>
                  <a:ext uri="{FF2B5EF4-FFF2-40B4-BE49-F238E27FC236}">
                    <a16:creationId xmlns:a16="http://schemas.microsoft.com/office/drawing/2014/main" id="{A8E0BF92-2394-05E6-65A1-543F4010B622}"/>
                  </a:ext>
                </a:extLst>
              </p:cNvPr>
              <p:cNvSpPr/>
              <p:nvPr/>
            </p:nvSpPr>
            <p:spPr>
              <a:xfrm>
                <a:off x="6327982" y="3390586"/>
                <a:ext cx="406800" cy="406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2BDB9464-377D-8A94-C6E5-B5633BEFA524}"/>
                  </a:ext>
                </a:extLst>
              </p:cNvPr>
              <p:cNvSpPr/>
              <p:nvPr/>
            </p:nvSpPr>
            <p:spPr>
              <a:xfrm rot="2890174">
                <a:off x="6450539" y="2751248"/>
                <a:ext cx="926528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153C5381-02BD-F757-8D52-45C60FE28478}"/>
                  </a:ext>
                </a:extLst>
              </p:cNvPr>
              <p:cNvSpPr/>
              <p:nvPr/>
            </p:nvSpPr>
            <p:spPr>
              <a:xfrm rot="18912334">
                <a:off x="5920938" y="2656779"/>
                <a:ext cx="659362" cy="1191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 </a:t>
                </a:r>
              </a:p>
            </p:txBody>
          </p:sp>
        </p:grpSp>
      </p:grpSp>
      <p:sp>
        <p:nvSpPr>
          <p:cNvPr id="130" name="Forme libre : forme 177">
            <a:extLst>
              <a:ext uri="{FF2B5EF4-FFF2-40B4-BE49-F238E27FC236}">
                <a16:creationId xmlns:a16="http://schemas.microsoft.com/office/drawing/2014/main" id="{4FEF59F9-B7C7-029A-893F-B9B4DF7BEB4A}"/>
              </a:ext>
            </a:extLst>
          </p:cNvPr>
          <p:cNvSpPr/>
          <p:nvPr/>
        </p:nvSpPr>
        <p:spPr>
          <a:xfrm>
            <a:off x="6828985" y="3656395"/>
            <a:ext cx="2808167" cy="2223991"/>
          </a:xfrm>
          <a:custGeom>
            <a:avLst/>
            <a:gdLst>
              <a:gd name="connsiteX0" fmla="*/ 293934 w 3543794"/>
              <a:gd name="connsiteY0" fmla="*/ 0 h 2806588"/>
              <a:gd name="connsiteX1" fmla="*/ 3249860 w 3543794"/>
              <a:gd name="connsiteY1" fmla="*/ 0 h 2806588"/>
              <a:gd name="connsiteX2" fmla="*/ 3543794 w 3543794"/>
              <a:gd name="connsiteY2" fmla="*/ 293934 h 2806588"/>
              <a:gd name="connsiteX3" fmla="*/ 3543794 w 3543794"/>
              <a:gd name="connsiteY3" fmla="*/ 1172555 h 2806588"/>
              <a:gd name="connsiteX4" fmla="*/ 3400811 w 3543794"/>
              <a:gd name="connsiteY4" fmla="*/ 1012808 h 2806588"/>
              <a:gd name="connsiteX5" fmla="*/ 3400811 w 3543794"/>
              <a:gd name="connsiteY5" fmla="*/ 353422 h 2806588"/>
              <a:gd name="connsiteX6" fmla="*/ 3199733 w 3543794"/>
              <a:gd name="connsiteY6" fmla="*/ 152344 h 2806588"/>
              <a:gd name="connsiteX7" fmla="*/ 346455 w 3543794"/>
              <a:gd name="connsiteY7" fmla="*/ 152344 h 2806588"/>
              <a:gd name="connsiteX8" fmla="*/ 145377 w 3543794"/>
              <a:gd name="connsiteY8" fmla="*/ 353422 h 2806588"/>
              <a:gd name="connsiteX9" fmla="*/ 145377 w 3543794"/>
              <a:gd name="connsiteY9" fmla="*/ 2453166 h 2806588"/>
              <a:gd name="connsiteX10" fmla="*/ 346455 w 3543794"/>
              <a:gd name="connsiteY10" fmla="*/ 2654244 h 2806588"/>
              <a:gd name="connsiteX11" fmla="*/ 3199733 w 3543794"/>
              <a:gd name="connsiteY11" fmla="*/ 2654244 h 2806588"/>
              <a:gd name="connsiteX12" fmla="*/ 3400811 w 3543794"/>
              <a:gd name="connsiteY12" fmla="*/ 2453166 h 2806588"/>
              <a:gd name="connsiteX13" fmla="*/ 3400811 w 3543794"/>
              <a:gd name="connsiteY13" fmla="*/ 1920315 h 2806588"/>
              <a:gd name="connsiteX14" fmla="*/ 3440550 w 3543794"/>
              <a:gd name="connsiteY14" fmla="*/ 1953102 h 2806588"/>
              <a:gd name="connsiteX15" fmla="*/ 3507197 w 3543794"/>
              <a:gd name="connsiteY15" fmla="*/ 1989277 h 2806588"/>
              <a:gd name="connsiteX16" fmla="*/ 3543794 w 3543794"/>
              <a:gd name="connsiteY16" fmla="*/ 2000637 h 2806588"/>
              <a:gd name="connsiteX17" fmla="*/ 3543794 w 3543794"/>
              <a:gd name="connsiteY17" fmla="*/ 2512654 h 2806588"/>
              <a:gd name="connsiteX18" fmla="*/ 3249860 w 3543794"/>
              <a:gd name="connsiteY18" fmla="*/ 2806588 h 2806588"/>
              <a:gd name="connsiteX19" fmla="*/ 293934 w 3543794"/>
              <a:gd name="connsiteY19" fmla="*/ 2806588 h 2806588"/>
              <a:gd name="connsiteX20" fmla="*/ 0 w 3543794"/>
              <a:gd name="connsiteY20" fmla="*/ 2512654 h 2806588"/>
              <a:gd name="connsiteX21" fmla="*/ 0 w 3543794"/>
              <a:gd name="connsiteY21" fmla="*/ 293934 h 2806588"/>
              <a:gd name="connsiteX22" fmla="*/ 293934 w 3543794"/>
              <a:gd name="connsiteY22" fmla="*/ 0 h 280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543794" h="2806588">
                <a:moveTo>
                  <a:pt x="293934" y="0"/>
                </a:moveTo>
                <a:lnTo>
                  <a:pt x="3249860" y="0"/>
                </a:lnTo>
                <a:cubicBezTo>
                  <a:pt x="3412195" y="0"/>
                  <a:pt x="3543794" y="131599"/>
                  <a:pt x="3543794" y="293934"/>
                </a:cubicBezTo>
                <a:lnTo>
                  <a:pt x="3543794" y="1172555"/>
                </a:lnTo>
                <a:lnTo>
                  <a:pt x="3400811" y="1012808"/>
                </a:lnTo>
                <a:lnTo>
                  <a:pt x="3400811" y="353422"/>
                </a:lnTo>
                <a:cubicBezTo>
                  <a:pt x="3400811" y="242370"/>
                  <a:pt x="3310785" y="152344"/>
                  <a:pt x="3199733" y="152344"/>
                </a:cubicBezTo>
                <a:lnTo>
                  <a:pt x="346455" y="152344"/>
                </a:lnTo>
                <a:cubicBezTo>
                  <a:pt x="235403" y="152344"/>
                  <a:pt x="145377" y="242370"/>
                  <a:pt x="145377" y="353422"/>
                </a:cubicBezTo>
                <a:lnTo>
                  <a:pt x="145377" y="2453166"/>
                </a:lnTo>
                <a:cubicBezTo>
                  <a:pt x="145377" y="2564218"/>
                  <a:pt x="235403" y="2654244"/>
                  <a:pt x="346455" y="2654244"/>
                </a:cubicBezTo>
                <a:lnTo>
                  <a:pt x="3199733" y="2654244"/>
                </a:lnTo>
                <a:cubicBezTo>
                  <a:pt x="3310785" y="2654244"/>
                  <a:pt x="3400811" y="2564218"/>
                  <a:pt x="3400811" y="2453166"/>
                </a:cubicBezTo>
                <a:lnTo>
                  <a:pt x="3400811" y="1920315"/>
                </a:lnTo>
                <a:lnTo>
                  <a:pt x="3440550" y="1953102"/>
                </a:lnTo>
                <a:cubicBezTo>
                  <a:pt x="3461423" y="1967204"/>
                  <a:pt x="3483726" y="1979350"/>
                  <a:pt x="3507197" y="1989277"/>
                </a:cubicBezTo>
                <a:lnTo>
                  <a:pt x="3543794" y="2000637"/>
                </a:lnTo>
                <a:lnTo>
                  <a:pt x="3543794" y="2512654"/>
                </a:lnTo>
                <a:cubicBezTo>
                  <a:pt x="3543794" y="2674989"/>
                  <a:pt x="3412195" y="2806588"/>
                  <a:pt x="3249860" y="2806588"/>
                </a:cubicBezTo>
                <a:lnTo>
                  <a:pt x="293934" y="2806588"/>
                </a:lnTo>
                <a:cubicBezTo>
                  <a:pt x="131599" y="2806588"/>
                  <a:pt x="0" y="2674989"/>
                  <a:pt x="0" y="2512654"/>
                </a:cubicBezTo>
                <a:lnTo>
                  <a:pt x="0" y="293934"/>
                </a:lnTo>
                <a:cubicBezTo>
                  <a:pt x="0" y="131599"/>
                  <a:pt x="131599" y="0"/>
                  <a:pt x="2939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62" name="Rectangle 61"/>
          <p:cNvSpPr/>
          <p:nvPr/>
        </p:nvSpPr>
        <p:spPr>
          <a:xfrm>
            <a:off x="7816593" y="5822119"/>
            <a:ext cx="191725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dirty="0" err="1" smtClean="0">
                <a:ln w="3175">
                  <a:solidFill>
                    <a:schemeClr val="bg1"/>
                  </a:solidFill>
                </a:ln>
                <a:solidFill>
                  <a:srgbClr val="FF6400"/>
                </a:solidFill>
                <a:latin typeface="Arial Rounded MT Bold" panose="020F0704030504030204" pitchFamily="34" charset="0"/>
              </a:rPr>
              <a:t>papers</a:t>
            </a:r>
            <a:endParaRPr lang="fr-FR" sz="4000" dirty="0">
              <a:ln w="3175">
                <a:solidFill>
                  <a:schemeClr val="bg1"/>
                </a:solidFill>
              </a:ln>
              <a:solidFill>
                <a:srgbClr val="FF6400"/>
              </a:solidFill>
            </a:endParaRPr>
          </a:p>
        </p:txBody>
      </p:sp>
      <p:grpSp>
        <p:nvGrpSpPr>
          <p:cNvPr id="63" name="Groupe 62"/>
          <p:cNvGrpSpPr/>
          <p:nvPr/>
        </p:nvGrpSpPr>
        <p:grpSpPr>
          <a:xfrm>
            <a:off x="7054580" y="5750249"/>
            <a:ext cx="901680" cy="830997"/>
            <a:chOff x="371515" y="2417856"/>
            <a:chExt cx="901680" cy="830997"/>
          </a:xfrm>
        </p:grpSpPr>
        <p:sp>
          <p:nvSpPr>
            <p:cNvPr id="64" name="Rectangle 63"/>
            <p:cNvSpPr/>
            <p:nvPr/>
          </p:nvSpPr>
          <p:spPr>
            <a:xfrm>
              <a:off x="371515" y="2431054"/>
              <a:ext cx="526106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400" dirty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</a:t>
              </a:r>
              <a:endParaRPr lang="fr-FR" sz="4400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723044" y="2417856"/>
              <a:ext cx="550151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800" dirty="0" smtClean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4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66" name="Rectangle 65"/>
          <p:cNvSpPr/>
          <p:nvPr/>
        </p:nvSpPr>
        <p:spPr>
          <a:xfrm>
            <a:off x="7686322" y="2459229"/>
            <a:ext cx="23231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dirty="0" err="1" smtClean="0">
                <a:ln w="3175">
                  <a:solidFill>
                    <a:schemeClr val="bg1"/>
                  </a:solidFill>
                </a:ln>
                <a:solidFill>
                  <a:srgbClr val="009664"/>
                </a:solidFill>
                <a:latin typeface="Arial Rounded MT Bold" panose="020F0704030504030204" pitchFamily="34" charset="0"/>
              </a:rPr>
              <a:t>datasets</a:t>
            </a:r>
            <a:endParaRPr lang="fr-FR" sz="4000" dirty="0">
              <a:ln w="3175">
                <a:solidFill>
                  <a:schemeClr val="bg1"/>
                </a:solidFill>
              </a:ln>
              <a:solidFill>
                <a:srgbClr val="009664"/>
              </a:solidFill>
            </a:endParaRPr>
          </a:p>
        </p:txBody>
      </p:sp>
      <p:grpSp>
        <p:nvGrpSpPr>
          <p:cNvPr id="67" name="Groupe 66"/>
          <p:cNvGrpSpPr/>
          <p:nvPr/>
        </p:nvGrpSpPr>
        <p:grpSpPr>
          <a:xfrm>
            <a:off x="6924309" y="2387359"/>
            <a:ext cx="901680" cy="830997"/>
            <a:chOff x="371515" y="2417856"/>
            <a:chExt cx="901680" cy="830997"/>
          </a:xfrm>
        </p:grpSpPr>
        <p:sp>
          <p:nvSpPr>
            <p:cNvPr id="68" name="Rectangle 67"/>
            <p:cNvSpPr/>
            <p:nvPr/>
          </p:nvSpPr>
          <p:spPr>
            <a:xfrm>
              <a:off x="371515" y="2431054"/>
              <a:ext cx="526106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400" dirty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</a:t>
              </a:r>
              <a:endParaRPr lang="fr-FR" sz="4400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723044" y="2417856"/>
              <a:ext cx="550151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800" dirty="0" smtClean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4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0" name="Rectangle 69"/>
          <p:cNvSpPr/>
          <p:nvPr/>
        </p:nvSpPr>
        <p:spPr>
          <a:xfrm>
            <a:off x="999660" y="2430088"/>
            <a:ext cx="234070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dirty="0" err="1" smtClean="0">
                <a:ln w="3175">
                  <a:solidFill>
                    <a:schemeClr val="bg1"/>
                  </a:solidFill>
                </a:ln>
                <a:solidFill>
                  <a:srgbClr val="D71E82"/>
                </a:solidFill>
                <a:latin typeface="Arial Rounded MT Bold" panose="020F0704030504030204" pitchFamily="34" charset="0"/>
              </a:rPr>
              <a:t>methods</a:t>
            </a:r>
            <a:endParaRPr lang="fr-FR" sz="4000" dirty="0">
              <a:ln w="3175">
                <a:solidFill>
                  <a:schemeClr val="bg1"/>
                </a:solidFill>
              </a:ln>
              <a:solidFill>
                <a:srgbClr val="D71E82"/>
              </a:solidFill>
            </a:endParaRPr>
          </a:p>
        </p:txBody>
      </p:sp>
      <p:grpSp>
        <p:nvGrpSpPr>
          <p:cNvPr id="71" name="Groupe 70"/>
          <p:cNvGrpSpPr/>
          <p:nvPr/>
        </p:nvGrpSpPr>
        <p:grpSpPr>
          <a:xfrm>
            <a:off x="237647" y="2358218"/>
            <a:ext cx="901680" cy="830997"/>
            <a:chOff x="371515" y="2417856"/>
            <a:chExt cx="901680" cy="830997"/>
          </a:xfrm>
        </p:grpSpPr>
        <p:sp>
          <p:nvSpPr>
            <p:cNvPr id="72" name="Rectangle 71"/>
            <p:cNvSpPr/>
            <p:nvPr/>
          </p:nvSpPr>
          <p:spPr>
            <a:xfrm>
              <a:off x="371515" y="2431054"/>
              <a:ext cx="526106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400" dirty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</a:t>
              </a:r>
              <a:endParaRPr lang="fr-FR" sz="4400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723044" y="2417856"/>
              <a:ext cx="550151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800" dirty="0" smtClean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4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4" name="Rectangle 73"/>
          <p:cNvSpPr/>
          <p:nvPr/>
        </p:nvSpPr>
        <p:spPr>
          <a:xfrm>
            <a:off x="1508486" y="5807952"/>
            <a:ext cx="76815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dirty="0" smtClean="0">
                <a:ln w="3175">
                  <a:solidFill>
                    <a:schemeClr val="bg1"/>
                  </a:solidFill>
                </a:ln>
                <a:latin typeface="Arial Rounded MT Bold" panose="020F0704030504030204" pitchFamily="34" charset="0"/>
              </a:rPr>
              <a:t>all</a:t>
            </a:r>
            <a:endParaRPr lang="fr-FR" sz="4000" dirty="0">
              <a:ln w="3175">
                <a:solidFill>
                  <a:schemeClr val="bg1"/>
                </a:solidFill>
              </a:ln>
              <a:solidFill>
                <a:srgbClr val="663300"/>
              </a:solidFill>
            </a:endParaRPr>
          </a:p>
        </p:txBody>
      </p:sp>
      <p:grpSp>
        <p:nvGrpSpPr>
          <p:cNvPr id="75" name="Groupe 74"/>
          <p:cNvGrpSpPr/>
          <p:nvPr/>
        </p:nvGrpSpPr>
        <p:grpSpPr>
          <a:xfrm>
            <a:off x="783075" y="5740735"/>
            <a:ext cx="901680" cy="830997"/>
            <a:chOff x="371515" y="2417856"/>
            <a:chExt cx="901680" cy="830997"/>
          </a:xfrm>
        </p:grpSpPr>
        <p:sp>
          <p:nvSpPr>
            <p:cNvPr id="76" name="Rectangle 75"/>
            <p:cNvSpPr/>
            <p:nvPr/>
          </p:nvSpPr>
          <p:spPr>
            <a:xfrm>
              <a:off x="371515" y="2431054"/>
              <a:ext cx="526106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400" dirty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</a:t>
              </a:r>
              <a:endParaRPr lang="fr-FR" sz="4400" dirty="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723044" y="2417856"/>
              <a:ext cx="550151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4800" dirty="0" smtClean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4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2080282" y="6140553"/>
            <a:ext cx="643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ln w="3175">
                  <a:solidFill>
                    <a:schemeClr val="bg1"/>
                  </a:solidFill>
                </a:ln>
                <a:solidFill>
                  <a:srgbClr val="96C800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lite</a:t>
            </a:r>
            <a:endParaRPr lang="fr-FR" sz="2400" dirty="0">
              <a:ln w="3175">
                <a:solidFill>
                  <a:schemeClr val="bg1"/>
                </a:solidFill>
              </a:ln>
              <a:solidFill>
                <a:srgbClr val="96C800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5248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e 23">
            <a:extLst>
              <a:ext uri="{FF2B5EF4-FFF2-40B4-BE49-F238E27FC236}">
                <a16:creationId xmlns:a16="http://schemas.microsoft.com/office/drawing/2014/main" id="{73146909-C0FE-4E48-09A8-A000F408D6B2}"/>
              </a:ext>
            </a:extLst>
          </p:cNvPr>
          <p:cNvGrpSpPr/>
          <p:nvPr/>
        </p:nvGrpSpPr>
        <p:grpSpPr>
          <a:xfrm>
            <a:off x="1083239" y="1100520"/>
            <a:ext cx="4562610" cy="2806588"/>
            <a:chOff x="463315" y="340176"/>
            <a:chExt cx="4562610" cy="2806588"/>
          </a:xfrm>
        </p:grpSpPr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7644A47B-750F-B9FB-D535-632AEEBC860E}"/>
                </a:ext>
              </a:extLst>
            </p:cNvPr>
            <p:cNvSpPr/>
            <p:nvPr/>
          </p:nvSpPr>
          <p:spPr>
            <a:xfrm>
              <a:off x="608585" y="492548"/>
              <a:ext cx="4417340" cy="2501900"/>
            </a:xfrm>
            <a:custGeom>
              <a:avLst/>
              <a:gdLst>
                <a:gd name="connsiteX0" fmla="*/ 201078 w 4417340"/>
                <a:gd name="connsiteY0" fmla="*/ 0 h 2501900"/>
                <a:gd name="connsiteX1" fmla="*/ 3054356 w 4417340"/>
                <a:gd name="connsiteY1" fmla="*/ 0 h 2501900"/>
                <a:gd name="connsiteX2" fmla="*/ 3255434 w 4417340"/>
                <a:gd name="connsiteY2" fmla="*/ 201078 h 2501900"/>
                <a:gd name="connsiteX3" fmla="*/ 3255434 w 4417340"/>
                <a:gd name="connsiteY3" fmla="*/ 859213 h 2501900"/>
                <a:gd name="connsiteX4" fmla="*/ 3459729 w 4417340"/>
                <a:gd name="connsiteY4" fmla="*/ 1087460 h 2501900"/>
                <a:gd name="connsiteX5" fmla="*/ 3514649 w 4417340"/>
                <a:gd name="connsiteY5" fmla="*/ 1081924 h 2501900"/>
                <a:gd name="connsiteX6" fmla="*/ 3593722 w 4417340"/>
                <a:gd name="connsiteY6" fmla="*/ 1089895 h 2501900"/>
                <a:gd name="connsiteX7" fmla="*/ 3605912 w 4417340"/>
                <a:gd name="connsiteY7" fmla="*/ 1093679 h 2501900"/>
                <a:gd name="connsiteX8" fmla="*/ 3601411 w 4417340"/>
                <a:gd name="connsiteY8" fmla="*/ 1049221 h 2501900"/>
                <a:gd name="connsiteX9" fmla="*/ 3995934 w 4417340"/>
                <a:gd name="connsiteY9" fmla="*/ 656344 h 2501900"/>
                <a:gd name="connsiteX10" fmla="*/ 4390457 w 4417340"/>
                <a:gd name="connsiteY10" fmla="*/ 1049221 h 2501900"/>
                <a:gd name="connsiteX11" fmla="*/ 3995934 w 4417340"/>
                <a:gd name="connsiteY11" fmla="*/ 1442098 h 2501900"/>
                <a:gd name="connsiteX12" fmla="*/ 3916424 w 4417340"/>
                <a:gd name="connsiteY12" fmla="*/ 1434116 h 2501900"/>
                <a:gd name="connsiteX13" fmla="*/ 3902522 w 4417340"/>
                <a:gd name="connsiteY13" fmla="*/ 1429819 h 2501900"/>
                <a:gd name="connsiteX14" fmla="*/ 3907004 w 4417340"/>
                <a:gd name="connsiteY14" fmla="*/ 1474279 h 2501900"/>
                <a:gd name="connsiteX15" fmla="*/ 3903910 w 4417340"/>
                <a:gd name="connsiteY15" fmla="*/ 1504969 h 2501900"/>
                <a:gd name="connsiteX16" fmla="*/ 3945912 w 4417340"/>
                <a:gd name="connsiteY16" fmla="*/ 1491931 h 2501900"/>
                <a:gd name="connsiteX17" fmla="*/ 4024985 w 4417340"/>
                <a:gd name="connsiteY17" fmla="*/ 1483960 h 2501900"/>
                <a:gd name="connsiteX18" fmla="*/ 4417340 w 4417340"/>
                <a:gd name="connsiteY18" fmla="*/ 1876315 h 2501900"/>
                <a:gd name="connsiteX19" fmla="*/ 4024985 w 4417340"/>
                <a:gd name="connsiteY19" fmla="*/ 2268670 h 2501900"/>
                <a:gd name="connsiteX20" fmla="*/ 3632630 w 4417340"/>
                <a:gd name="connsiteY20" fmla="*/ 1876315 h 2501900"/>
                <a:gd name="connsiteX21" fmla="*/ 3635724 w 4417340"/>
                <a:gd name="connsiteY21" fmla="*/ 1845625 h 2501900"/>
                <a:gd name="connsiteX22" fmla="*/ 3593722 w 4417340"/>
                <a:gd name="connsiteY22" fmla="*/ 1858663 h 2501900"/>
                <a:gd name="connsiteX23" fmla="*/ 3514649 w 4417340"/>
                <a:gd name="connsiteY23" fmla="*/ 1866634 h 2501900"/>
                <a:gd name="connsiteX24" fmla="*/ 3295280 w 4417340"/>
                <a:gd name="connsiteY24" fmla="*/ 1799626 h 2501900"/>
                <a:gd name="connsiteX25" fmla="*/ 3255434 w 4417340"/>
                <a:gd name="connsiteY25" fmla="*/ 1766751 h 2501900"/>
                <a:gd name="connsiteX26" fmla="*/ 3255434 w 4417340"/>
                <a:gd name="connsiteY26" fmla="*/ 2300822 h 2501900"/>
                <a:gd name="connsiteX27" fmla="*/ 3054356 w 4417340"/>
                <a:gd name="connsiteY27" fmla="*/ 2501900 h 2501900"/>
                <a:gd name="connsiteX28" fmla="*/ 201078 w 4417340"/>
                <a:gd name="connsiteY28" fmla="*/ 2501900 h 2501900"/>
                <a:gd name="connsiteX29" fmla="*/ 0 w 4417340"/>
                <a:gd name="connsiteY29" fmla="*/ 2300822 h 2501900"/>
                <a:gd name="connsiteX30" fmla="*/ 0 w 4417340"/>
                <a:gd name="connsiteY30" fmla="*/ 201078 h 2501900"/>
                <a:gd name="connsiteX31" fmla="*/ 201078 w 4417340"/>
                <a:gd name="connsiteY31" fmla="*/ 0 h 2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340" h="2501900">
                  <a:moveTo>
                    <a:pt x="201078" y="0"/>
                  </a:moveTo>
                  <a:lnTo>
                    <a:pt x="3054356" y="0"/>
                  </a:lnTo>
                  <a:cubicBezTo>
                    <a:pt x="3165408" y="0"/>
                    <a:pt x="3255434" y="90026"/>
                    <a:pt x="3255434" y="201078"/>
                  </a:cubicBezTo>
                  <a:lnTo>
                    <a:pt x="3255434" y="859213"/>
                  </a:lnTo>
                  <a:lnTo>
                    <a:pt x="3459729" y="1087460"/>
                  </a:lnTo>
                  <a:lnTo>
                    <a:pt x="3514649" y="1081924"/>
                  </a:lnTo>
                  <a:cubicBezTo>
                    <a:pt x="3541735" y="1081924"/>
                    <a:pt x="3568181" y="1084669"/>
                    <a:pt x="3593722" y="1089895"/>
                  </a:cubicBezTo>
                  <a:lnTo>
                    <a:pt x="3605912" y="1093679"/>
                  </a:lnTo>
                  <a:lnTo>
                    <a:pt x="3601411" y="1049221"/>
                  </a:lnTo>
                  <a:cubicBezTo>
                    <a:pt x="3601411" y="832241"/>
                    <a:pt x="3778045" y="656344"/>
                    <a:pt x="3995934" y="656344"/>
                  </a:cubicBezTo>
                  <a:cubicBezTo>
                    <a:pt x="4213823" y="656344"/>
                    <a:pt x="4390457" y="832241"/>
                    <a:pt x="4390457" y="1049221"/>
                  </a:cubicBezTo>
                  <a:cubicBezTo>
                    <a:pt x="4390457" y="1266201"/>
                    <a:pt x="4213823" y="1442098"/>
                    <a:pt x="3995934" y="1442098"/>
                  </a:cubicBezTo>
                  <a:cubicBezTo>
                    <a:pt x="3968698" y="1442098"/>
                    <a:pt x="3942107" y="1439350"/>
                    <a:pt x="3916424" y="1434116"/>
                  </a:cubicBezTo>
                  <a:lnTo>
                    <a:pt x="3902522" y="1429819"/>
                  </a:lnTo>
                  <a:lnTo>
                    <a:pt x="3907004" y="1474279"/>
                  </a:lnTo>
                  <a:lnTo>
                    <a:pt x="3903910" y="1504969"/>
                  </a:lnTo>
                  <a:lnTo>
                    <a:pt x="3945912" y="1491931"/>
                  </a:lnTo>
                  <a:cubicBezTo>
                    <a:pt x="3971453" y="1486705"/>
                    <a:pt x="3997899" y="1483960"/>
                    <a:pt x="4024985" y="1483960"/>
                  </a:cubicBezTo>
                  <a:cubicBezTo>
                    <a:pt x="4241677" y="1483960"/>
                    <a:pt x="4417340" y="1659623"/>
                    <a:pt x="4417340" y="1876315"/>
                  </a:cubicBezTo>
                  <a:cubicBezTo>
                    <a:pt x="4417340" y="2093007"/>
                    <a:pt x="4241677" y="2268670"/>
                    <a:pt x="4024985" y="2268670"/>
                  </a:cubicBezTo>
                  <a:cubicBezTo>
                    <a:pt x="3808293" y="2268670"/>
                    <a:pt x="3632630" y="2093007"/>
                    <a:pt x="3632630" y="1876315"/>
                  </a:cubicBezTo>
                  <a:lnTo>
                    <a:pt x="3635724" y="1845625"/>
                  </a:lnTo>
                  <a:lnTo>
                    <a:pt x="3593722" y="1858663"/>
                  </a:lnTo>
                  <a:cubicBezTo>
                    <a:pt x="3568181" y="1863889"/>
                    <a:pt x="3541735" y="1866634"/>
                    <a:pt x="3514649" y="1866634"/>
                  </a:cubicBezTo>
                  <a:cubicBezTo>
                    <a:pt x="3433390" y="1866634"/>
                    <a:pt x="3357900" y="1841932"/>
                    <a:pt x="3295280" y="1799626"/>
                  </a:cubicBezTo>
                  <a:lnTo>
                    <a:pt x="3255434" y="1766751"/>
                  </a:lnTo>
                  <a:lnTo>
                    <a:pt x="3255434" y="2300822"/>
                  </a:lnTo>
                  <a:cubicBezTo>
                    <a:pt x="3255434" y="2411874"/>
                    <a:pt x="3165408" y="2501900"/>
                    <a:pt x="3054356" y="2501900"/>
                  </a:cubicBezTo>
                  <a:lnTo>
                    <a:pt x="201078" y="2501900"/>
                  </a:lnTo>
                  <a:cubicBezTo>
                    <a:pt x="90026" y="2501900"/>
                    <a:pt x="0" y="2411874"/>
                    <a:pt x="0" y="2300822"/>
                  </a:cubicBezTo>
                  <a:lnTo>
                    <a:pt x="0" y="201078"/>
                  </a:lnTo>
                  <a:cubicBezTo>
                    <a:pt x="0" y="90026"/>
                    <a:pt x="90026" y="0"/>
                    <a:pt x="20107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B24492CB-D370-4536-81B4-DD18BC60F3D0}"/>
                </a:ext>
              </a:extLst>
            </p:cNvPr>
            <p:cNvSpPr/>
            <p:nvPr/>
          </p:nvSpPr>
          <p:spPr>
            <a:xfrm>
              <a:off x="600228" y="1419220"/>
              <a:ext cx="2724662" cy="1121089"/>
            </a:xfrm>
            <a:custGeom>
              <a:avLst/>
              <a:gdLst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549400 w 2689225"/>
                <a:gd name="connsiteY12" fmla="*/ 838064 h 1119057"/>
                <a:gd name="connsiteX13" fmla="*/ 1654175 w 2689225"/>
                <a:gd name="connsiteY13" fmla="*/ 825364 h 1119057"/>
                <a:gd name="connsiteX14" fmla="*/ 1822450 w 2689225"/>
                <a:gd name="connsiteY14" fmla="*/ 552314 h 1119057"/>
                <a:gd name="connsiteX15" fmla="*/ 1930400 w 2689225"/>
                <a:gd name="connsiteY15" fmla="*/ 339589 h 1119057"/>
                <a:gd name="connsiteX16" fmla="*/ 2133600 w 2689225"/>
                <a:gd name="connsiteY16" fmla="*/ 244339 h 1119057"/>
                <a:gd name="connsiteX17" fmla="*/ 2320925 w 2689225"/>
                <a:gd name="connsiteY17" fmla="*/ 501514 h 1119057"/>
                <a:gd name="connsiteX18" fmla="*/ 2689225 w 2689225"/>
                <a:gd name="connsiteY18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654175 w 2689225"/>
                <a:gd name="connsiteY12" fmla="*/ 825364 h 1119057"/>
                <a:gd name="connsiteX13" fmla="*/ 1822450 w 2689225"/>
                <a:gd name="connsiteY13" fmla="*/ 552314 h 1119057"/>
                <a:gd name="connsiteX14" fmla="*/ 1930400 w 2689225"/>
                <a:gd name="connsiteY14" fmla="*/ 339589 h 1119057"/>
                <a:gd name="connsiteX15" fmla="*/ 2133600 w 2689225"/>
                <a:gd name="connsiteY15" fmla="*/ 244339 h 1119057"/>
                <a:gd name="connsiteX16" fmla="*/ 2320925 w 2689225"/>
                <a:gd name="connsiteY16" fmla="*/ 501514 h 1119057"/>
                <a:gd name="connsiteX17" fmla="*/ 2689225 w 2689225"/>
                <a:gd name="connsiteY17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847725 w 2689225"/>
                <a:gd name="connsiteY4" fmla="*/ 218939 h 1119057"/>
                <a:gd name="connsiteX5" fmla="*/ 930275 w 2689225"/>
                <a:gd name="connsiteY5" fmla="*/ 72889 h 1119057"/>
                <a:gd name="connsiteX6" fmla="*/ 1095375 w 2689225"/>
                <a:gd name="connsiteY6" fmla="*/ 3039 h 1119057"/>
                <a:gd name="connsiteX7" fmla="*/ 1238250 w 2689225"/>
                <a:gd name="connsiteY7" fmla="*/ 168139 h 1119057"/>
                <a:gd name="connsiteX8" fmla="*/ 1336675 w 2689225"/>
                <a:gd name="connsiteY8" fmla="*/ 526914 h 1119057"/>
                <a:gd name="connsiteX9" fmla="*/ 1441450 w 2689225"/>
                <a:gd name="connsiteY9" fmla="*/ 777739 h 1119057"/>
                <a:gd name="connsiteX10" fmla="*/ 1527175 w 2689225"/>
                <a:gd name="connsiteY10" fmla="*/ 847589 h 1119057"/>
                <a:gd name="connsiteX11" fmla="*/ 1654175 w 2689225"/>
                <a:gd name="connsiteY11" fmla="*/ 825364 h 1119057"/>
                <a:gd name="connsiteX12" fmla="*/ 1822450 w 2689225"/>
                <a:gd name="connsiteY12" fmla="*/ 552314 h 1119057"/>
                <a:gd name="connsiteX13" fmla="*/ 1930400 w 2689225"/>
                <a:gd name="connsiteY13" fmla="*/ 339589 h 1119057"/>
                <a:gd name="connsiteX14" fmla="*/ 2133600 w 2689225"/>
                <a:gd name="connsiteY14" fmla="*/ 244339 h 1119057"/>
                <a:gd name="connsiteX15" fmla="*/ 2320925 w 2689225"/>
                <a:gd name="connsiteY15" fmla="*/ 501514 h 1119057"/>
                <a:gd name="connsiteX16" fmla="*/ 2689225 w 2689225"/>
                <a:gd name="connsiteY16" fmla="*/ 895214 h 1119057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1610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133600 w 2689225"/>
                <a:gd name="connsiteY12" fmla="*/ 244077 h 1118795"/>
                <a:gd name="connsiteX13" fmla="*/ 2320925 w 2689225"/>
                <a:gd name="connsiteY13" fmla="*/ 501252 h 1118795"/>
                <a:gd name="connsiteX14" fmla="*/ 2689225 w 2689225"/>
                <a:gd name="connsiteY14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320925 w 2689225"/>
                <a:gd name="connsiteY12" fmla="*/ 501252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1290 h 1119233"/>
                <a:gd name="connsiteX1" fmla="*/ 241300 w 2689225"/>
                <a:gd name="connsiteY1" fmla="*/ 1111290 h 1119233"/>
                <a:gd name="connsiteX2" fmla="*/ 415925 w 2689225"/>
                <a:gd name="connsiteY2" fmla="*/ 1028740 h 1119233"/>
                <a:gd name="connsiteX3" fmla="*/ 593725 w 2689225"/>
                <a:gd name="connsiteY3" fmla="*/ 816015 h 1119233"/>
                <a:gd name="connsiteX4" fmla="*/ 847725 w 2689225"/>
                <a:gd name="connsiteY4" fmla="*/ 219115 h 1119233"/>
                <a:gd name="connsiteX5" fmla="*/ 930275 w 2689225"/>
                <a:gd name="connsiteY5" fmla="*/ 68302 h 1119233"/>
                <a:gd name="connsiteX6" fmla="*/ 1095375 w 2689225"/>
                <a:gd name="connsiteY6" fmla="*/ 3215 h 1119233"/>
                <a:gd name="connsiteX7" fmla="*/ 1238250 w 2689225"/>
                <a:gd name="connsiteY7" fmla="*/ 168315 h 1119233"/>
                <a:gd name="connsiteX8" fmla="*/ 1336675 w 2689225"/>
                <a:gd name="connsiteY8" fmla="*/ 527090 h 1119233"/>
                <a:gd name="connsiteX9" fmla="*/ 1441450 w 2689225"/>
                <a:gd name="connsiteY9" fmla="*/ 777915 h 1119233"/>
                <a:gd name="connsiteX10" fmla="*/ 1654175 w 2689225"/>
                <a:gd name="connsiteY10" fmla="*/ 825540 h 1119233"/>
                <a:gd name="connsiteX11" fmla="*/ 1930400 w 2689225"/>
                <a:gd name="connsiteY11" fmla="*/ 333415 h 1119233"/>
                <a:gd name="connsiteX12" fmla="*/ 2286000 w 2689225"/>
                <a:gd name="connsiteY12" fmla="*/ 395328 h 1119233"/>
                <a:gd name="connsiteX13" fmla="*/ 2689225 w 2689225"/>
                <a:gd name="connsiteY13" fmla="*/ 895390 h 1119233"/>
                <a:gd name="connsiteX0" fmla="*/ 0 w 2689225"/>
                <a:gd name="connsiteY0" fmla="*/ 1110846 h 1118789"/>
                <a:gd name="connsiteX1" fmla="*/ 241300 w 2689225"/>
                <a:gd name="connsiteY1" fmla="*/ 1110846 h 1118789"/>
                <a:gd name="connsiteX2" fmla="*/ 415925 w 2689225"/>
                <a:gd name="connsiteY2" fmla="*/ 1028296 h 1118789"/>
                <a:gd name="connsiteX3" fmla="*/ 593725 w 2689225"/>
                <a:gd name="connsiteY3" fmla="*/ 815571 h 1118789"/>
                <a:gd name="connsiteX4" fmla="*/ 847725 w 2689225"/>
                <a:gd name="connsiteY4" fmla="*/ 218671 h 1118789"/>
                <a:gd name="connsiteX5" fmla="*/ 930275 w 2689225"/>
                <a:gd name="connsiteY5" fmla="*/ 67858 h 1118789"/>
                <a:gd name="connsiteX6" fmla="*/ 1095375 w 2689225"/>
                <a:gd name="connsiteY6" fmla="*/ 2771 h 1118789"/>
                <a:gd name="connsiteX7" fmla="*/ 1238250 w 2689225"/>
                <a:gd name="connsiteY7" fmla="*/ 167871 h 1118789"/>
                <a:gd name="connsiteX8" fmla="*/ 1336675 w 2689225"/>
                <a:gd name="connsiteY8" fmla="*/ 526646 h 1118789"/>
                <a:gd name="connsiteX9" fmla="*/ 1441450 w 2689225"/>
                <a:gd name="connsiteY9" fmla="*/ 777471 h 1118789"/>
                <a:gd name="connsiteX10" fmla="*/ 1654175 w 2689225"/>
                <a:gd name="connsiteY10" fmla="*/ 825096 h 1118789"/>
                <a:gd name="connsiteX11" fmla="*/ 1930400 w 2689225"/>
                <a:gd name="connsiteY11" fmla="*/ 332971 h 1118789"/>
                <a:gd name="connsiteX12" fmla="*/ 2286000 w 2689225"/>
                <a:gd name="connsiteY12" fmla="*/ 394884 h 1118789"/>
                <a:gd name="connsiteX13" fmla="*/ 2689225 w 2689225"/>
                <a:gd name="connsiteY13" fmla="*/ 894946 h 1118789"/>
                <a:gd name="connsiteX0" fmla="*/ 0 w 2689225"/>
                <a:gd name="connsiteY0" fmla="*/ 1111986 h 1119929"/>
                <a:gd name="connsiteX1" fmla="*/ 241300 w 2689225"/>
                <a:gd name="connsiteY1" fmla="*/ 1111986 h 1119929"/>
                <a:gd name="connsiteX2" fmla="*/ 415925 w 2689225"/>
                <a:gd name="connsiteY2" fmla="*/ 1029436 h 1119929"/>
                <a:gd name="connsiteX3" fmla="*/ 593725 w 2689225"/>
                <a:gd name="connsiteY3" fmla="*/ 816711 h 1119929"/>
                <a:gd name="connsiteX4" fmla="*/ 847725 w 2689225"/>
                <a:gd name="connsiteY4" fmla="*/ 219811 h 1119929"/>
                <a:gd name="connsiteX5" fmla="*/ 930275 w 2689225"/>
                <a:gd name="connsiteY5" fmla="*/ 68998 h 1119929"/>
                <a:gd name="connsiteX6" fmla="*/ 1095375 w 2689225"/>
                <a:gd name="connsiteY6" fmla="*/ 3911 h 1119929"/>
                <a:gd name="connsiteX7" fmla="*/ 1238250 w 2689225"/>
                <a:gd name="connsiteY7" fmla="*/ 169011 h 1119929"/>
                <a:gd name="connsiteX8" fmla="*/ 1336675 w 2689225"/>
                <a:gd name="connsiteY8" fmla="*/ 527786 h 1119929"/>
                <a:gd name="connsiteX9" fmla="*/ 1441450 w 2689225"/>
                <a:gd name="connsiteY9" fmla="*/ 778611 h 1119929"/>
                <a:gd name="connsiteX10" fmla="*/ 1654175 w 2689225"/>
                <a:gd name="connsiteY10" fmla="*/ 826236 h 1119929"/>
                <a:gd name="connsiteX11" fmla="*/ 1930400 w 2689225"/>
                <a:gd name="connsiteY11" fmla="*/ 334111 h 1119929"/>
                <a:gd name="connsiteX12" fmla="*/ 2286000 w 2689225"/>
                <a:gd name="connsiteY12" fmla="*/ 396024 h 1119929"/>
                <a:gd name="connsiteX13" fmla="*/ 2689225 w 2689225"/>
                <a:gd name="connsiteY13" fmla="*/ 896086 h 1119929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3027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2392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3146 h 1121089"/>
                <a:gd name="connsiteX1" fmla="*/ 241300 w 2689225"/>
                <a:gd name="connsiteY1" fmla="*/ 1113146 h 1121089"/>
                <a:gd name="connsiteX2" fmla="*/ 415925 w 2689225"/>
                <a:gd name="connsiteY2" fmla="*/ 1030596 h 1121089"/>
                <a:gd name="connsiteX3" fmla="*/ 593725 w 2689225"/>
                <a:gd name="connsiteY3" fmla="*/ 817871 h 1121089"/>
                <a:gd name="connsiteX4" fmla="*/ 847725 w 2689225"/>
                <a:gd name="connsiteY4" fmla="*/ 220971 h 1121089"/>
                <a:gd name="connsiteX5" fmla="*/ 923925 w 2689225"/>
                <a:gd name="connsiteY5" fmla="*/ 70158 h 1121089"/>
                <a:gd name="connsiteX6" fmla="*/ 1095375 w 2689225"/>
                <a:gd name="connsiteY6" fmla="*/ 5071 h 1121089"/>
                <a:gd name="connsiteX7" fmla="*/ 1238250 w 2689225"/>
                <a:gd name="connsiteY7" fmla="*/ 170171 h 1121089"/>
                <a:gd name="connsiteX8" fmla="*/ 1336675 w 2689225"/>
                <a:gd name="connsiteY8" fmla="*/ 528946 h 1121089"/>
                <a:gd name="connsiteX9" fmla="*/ 1441450 w 2689225"/>
                <a:gd name="connsiteY9" fmla="*/ 779771 h 1121089"/>
                <a:gd name="connsiteX10" fmla="*/ 1654175 w 2689225"/>
                <a:gd name="connsiteY10" fmla="*/ 827396 h 1121089"/>
                <a:gd name="connsiteX11" fmla="*/ 1930400 w 2689225"/>
                <a:gd name="connsiteY11" fmla="*/ 335271 h 1121089"/>
                <a:gd name="connsiteX12" fmla="*/ 2286000 w 2689225"/>
                <a:gd name="connsiteY12" fmla="*/ 397184 h 1121089"/>
                <a:gd name="connsiteX13" fmla="*/ 2689225 w 2689225"/>
                <a:gd name="connsiteY13" fmla="*/ 897246 h 112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89225" h="1121089">
                  <a:moveTo>
                    <a:pt x="0" y="1113146"/>
                  </a:moveTo>
                  <a:cubicBezTo>
                    <a:pt x="85989" y="1120025"/>
                    <a:pt x="171979" y="1126904"/>
                    <a:pt x="241300" y="1113146"/>
                  </a:cubicBezTo>
                  <a:cubicBezTo>
                    <a:pt x="310621" y="1099388"/>
                    <a:pt x="357188" y="1079808"/>
                    <a:pt x="415925" y="1030596"/>
                  </a:cubicBezTo>
                  <a:cubicBezTo>
                    <a:pt x="474663" y="981383"/>
                    <a:pt x="521758" y="952808"/>
                    <a:pt x="593725" y="817871"/>
                  </a:cubicBezTo>
                  <a:cubicBezTo>
                    <a:pt x="665692" y="682934"/>
                    <a:pt x="792692" y="345590"/>
                    <a:pt x="847725" y="220971"/>
                  </a:cubicBezTo>
                  <a:cubicBezTo>
                    <a:pt x="902758" y="96352"/>
                    <a:pt x="885824" y="126780"/>
                    <a:pt x="923925" y="70158"/>
                  </a:cubicBezTo>
                  <a:cubicBezTo>
                    <a:pt x="962026" y="13536"/>
                    <a:pt x="1042988" y="-11598"/>
                    <a:pt x="1095375" y="5071"/>
                  </a:cubicBezTo>
                  <a:cubicBezTo>
                    <a:pt x="1147762" y="21740"/>
                    <a:pt x="1193270" y="52697"/>
                    <a:pt x="1238250" y="170171"/>
                  </a:cubicBezTo>
                  <a:cubicBezTo>
                    <a:pt x="1283230" y="287645"/>
                    <a:pt x="1302808" y="427346"/>
                    <a:pt x="1336675" y="528946"/>
                  </a:cubicBezTo>
                  <a:cubicBezTo>
                    <a:pt x="1370542" y="630546"/>
                    <a:pt x="1382183" y="704629"/>
                    <a:pt x="1441450" y="779771"/>
                  </a:cubicBezTo>
                  <a:cubicBezTo>
                    <a:pt x="1500717" y="854913"/>
                    <a:pt x="1572683" y="901479"/>
                    <a:pt x="1654175" y="827396"/>
                  </a:cubicBezTo>
                  <a:cubicBezTo>
                    <a:pt x="1735667" y="753313"/>
                    <a:pt x="1855259" y="430786"/>
                    <a:pt x="1930400" y="335271"/>
                  </a:cubicBezTo>
                  <a:cubicBezTo>
                    <a:pt x="2005541" y="239756"/>
                    <a:pt x="2083329" y="161705"/>
                    <a:pt x="2286000" y="397184"/>
                  </a:cubicBezTo>
                  <a:cubicBezTo>
                    <a:pt x="2378604" y="505663"/>
                    <a:pt x="2551377" y="754635"/>
                    <a:pt x="2689225" y="897246"/>
                  </a:cubicBezTo>
                </a:path>
              </a:pathLst>
            </a:custGeom>
            <a:noFill/>
            <a:ln w="130175">
              <a:gradFill>
                <a:gsLst>
                  <a:gs pos="55000">
                    <a:srgbClr val="FF0000"/>
                  </a:gs>
                  <a:gs pos="79000">
                    <a:srgbClr val="2577BB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</a:t>
              </a:r>
            </a:p>
          </p:txBody>
        </p:sp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A74739BF-6E43-CA99-A0D0-D9C2675D6D11}"/>
                </a:ext>
              </a:extLst>
            </p:cNvPr>
            <p:cNvGrpSpPr/>
            <p:nvPr/>
          </p:nvGrpSpPr>
          <p:grpSpPr>
            <a:xfrm>
              <a:off x="2849172" y="1016417"/>
              <a:ext cx="1996864" cy="1615104"/>
              <a:chOff x="5920938" y="2182282"/>
              <a:chExt cx="1996864" cy="1615104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58E88E9-DB39-A410-7591-1E6F78CA32CE}"/>
                  </a:ext>
                </a:extLst>
              </p:cNvPr>
              <p:cNvSpPr/>
              <p:nvPr/>
            </p:nvSpPr>
            <p:spPr>
              <a:xfrm rot="2652461">
                <a:off x="7193491" y="3272240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8C46D9D-7D94-5B41-A6CB-A47D4B93FAAB}"/>
                  </a:ext>
                </a:extLst>
              </p:cNvPr>
              <p:cNvSpPr/>
              <p:nvPr/>
            </p:nvSpPr>
            <p:spPr>
              <a:xfrm rot="18861597">
                <a:off x="7126707" y="2899831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31" name="Groupe 30">
                <a:extLst>
                  <a:ext uri="{FF2B5EF4-FFF2-40B4-BE49-F238E27FC236}">
                    <a16:creationId xmlns:a16="http://schemas.microsoft.com/office/drawing/2014/main" id="{FE30E380-AEEB-D439-761D-4F9D11B7015C}"/>
                  </a:ext>
                </a:extLst>
              </p:cNvPr>
              <p:cNvGrpSpPr/>
              <p:nvPr/>
            </p:nvGrpSpPr>
            <p:grpSpPr>
              <a:xfrm>
                <a:off x="5920938" y="2182282"/>
                <a:ext cx="1996864" cy="1615104"/>
                <a:chOff x="5920938" y="2182282"/>
                <a:chExt cx="1996864" cy="1615104"/>
              </a:xfrm>
            </p:grpSpPr>
            <p:sp>
              <p:nvSpPr>
                <p:cNvPr id="32" name="Ellipse 31">
                  <a:extLst>
                    <a:ext uri="{FF2B5EF4-FFF2-40B4-BE49-F238E27FC236}">
                      <a16:creationId xmlns:a16="http://schemas.microsoft.com/office/drawing/2014/main" id="{F450474A-6904-3E12-A579-331040324CFC}"/>
                    </a:ext>
                  </a:extLst>
                </p:cNvPr>
                <p:cNvSpPr/>
                <p:nvPr/>
              </p:nvSpPr>
              <p:spPr>
                <a:xfrm>
                  <a:off x="6354234" y="2182282"/>
                  <a:ext cx="399600" cy="397933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3" name="Ellipse 32">
                  <a:extLst>
                    <a:ext uri="{FF2B5EF4-FFF2-40B4-BE49-F238E27FC236}">
                      <a16:creationId xmlns:a16="http://schemas.microsoft.com/office/drawing/2014/main" id="{7B580DA6-86C9-E743-0185-A66F3B73AA37}"/>
                    </a:ext>
                  </a:extLst>
                </p:cNvPr>
                <p:cNvSpPr/>
                <p:nvPr/>
              </p:nvSpPr>
              <p:spPr>
                <a:xfrm>
                  <a:off x="7480827" y="2502022"/>
                  <a:ext cx="409047" cy="407341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4" name="Ellipse 33">
                  <a:extLst>
                    <a:ext uri="{FF2B5EF4-FFF2-40B4-BE49-F238E27FC236}">
                      <a16:creationId xmlns:a16="http://schemas.microsoft.com/office/drawing/2014/main" id="{796F2E98-C1DB-DD5D-0AD4-65791EC8A8F6}"/>
                    </a:ext>
                  </a:extLst>
                </p:cNvPr>
                <p:cNvSpPr/>
                <p:nvPr/>
              </p:nvSpPr>
              <p:spPr>
                <a:xfrm>
                  <a:off x="7511002" y="3329387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5" name="Ellipse 34">
                  <a:extLst>
                    <a:ext uri="{FF2B5EF4-FFF2-40B4-BE49-F238E27FC236}">
                      <a16:creationId xmlns:a16="http://schemas.microsoft.com/office/drawing/2014/main" id="{7642EF11-2CE7-DDA0-93B6-681C18A864F2}"/>
                    </a:ext>
                  </a:extLst>
                </p:cNvPr>
                <p:cNvSpPr/>
                <p:nvPr/>
              </p:nvSpPr>
              <p:spPr>
                <a:xfrm>
                  <a:off x="7000666" y="2927351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6" name="Ellipse 35">
                  <a:extLst>
                    <a:ext uri="{FF2B5EF4-FFF2-40B4-BE49-F238E27FC236}">
                      <a16:creationId xmlns:a16="http://schemas.microsoft.com/office/drawing/2014/main" id="{263EC611-5655-D1B3-7BB8-587AAE2C263B}"/>
                    </a:ext>
                  </a:extLst>
                </p:cNvPr>
                <p:cNvSpPr/>
                <p:nvPr/>
              </p:nvSpPr>
              <p:spPr>
                <a:xfrm>
                  <a:off x="6327982" y="3390586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D6B92ADD-D829-CA1D-7F66-958D63A4733E}"/>
                    </a:ext>
                  </a:extLst>
                </p:cNvPr>
                <p:cNvSpPr/>
                <p:nvPr/>
              </p:nvSpPr>
              <p:spPr>
                <a:xfrm rot="2890174">
                  <a:off x="6450539" y="2751248"/>
                  <a:ext cx="926528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4A826CEC-A606-E6C1-ACEE-32E2E14A70A5}"/>
                    </a:ext>
                  </a:extLst>
                </p:cNvPr>
                <p:cNvSpPr/>
                <p:nvPr/>
              </p:nvSpPr>
              <p:spPr>
                <a:xfrm rot="18912334">
                  <a:off x="5920938" y="2656779"/>
                  <a:ext cx="659362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 </a:t>
                  </a:r>
                </a:p>
              </p:txBody>
            </p:sp>
          </p:grpSp>
        </p:grp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86C5D144-D66D-551D-4D10-BBF64EC192DA}"/>
                </a:ext>
              </a:extLst>
            </p:cNvPr>
            <p:cNvSpPr/>
            <p:nvPr/>
          </p:nvSpPr>
          <p:spPr>
            <a:xfrm>
              <a:off x="463315" y="340176"/>
              <a:ext cx="3543794" cy="2806588"/>
            </a:xfrm>
            <a:custGeom>
              <a:avLst/>
              <a:gdLst>
                <a:gd name="connsiteX0" fmla="*/ 293934 w 3543794"/>
                <a:gd name="connsiteY0" fmla="*/ 0 h 2806588"/>
                <a:gd name="connsiteX1" fmla="*/ 3249860 w 3543794"/>
                <a:gd name="connsiteY1" fmla="*/ 0 h 2806588"/>
                <a:gd name="connsiteX2" fmla="*/ 3543794 w 3543794"/>
                <a:gd name="connsiteY2" fmla="*/ 293934 h 2806588"/>
                <a:gd name="connsiteX3" fmla="*/ 3543794 w 3543794"/>
                <a:gd name="connsiteY3" fmla="*/ 1172555 h 2806588"/>
                <a:gd name="connsiteX4" fmla="*/ 3400811 w 3543794"/>
                <a:gd name="connsiteY4" fmla="*/ 1012808 h 2806588"/>
                <a:gd name="connsiteX5" fmla="*/ 3400811 w 3543794"/>
                <a:gd name="connsiteY5" fmla="*/ 353422 h 2806588"/>
                <a:gd name="connsiteX6" fmla="*/ 3199733 w 3543794"/>
                <a:gd name="connsiteY6" fmla="*/ 152344 h 2806588"/>
                <a:gd name="connsiteX7" fmla="*/ 346455 w 3543794"/>
                <a:gd name="connsiteY7" fmla="*/ 152344 h 2806588"/>
                <a:gd name="connsiteX8" fmla="*/ 145377 w 3543794"/>
                <a:gd name="connsiteY8" fmla="*/ 353422 h 2806588"/>
                <a:gd name="connsiteX9" fmla="*/ 145377 w 3543794"/>
                <a:gd name="connsiteY9" fmla="*/ 2453166 h 2806588"/>
                <a:gd name="connsiteX10" fmla="*/ 346455 w 3543794"/>
                <a:gd name="connsiteY10" fmla="*/ 2654244 h 2806588"/>
                <a:gd name="connsiteX11" fmla="*/ 3199733 w 3543794"/>
                <a:gd name="connsiteY11" fmla="*/ 2654244 h 2806588"/>
                <a:gd name="connsiteX12" fmla="*/ 3400811 w 3543794"/>
                <a:gd name="connsiteY12" fmla="*/ 2453166 h 2806588"/>
                <a:gd name="connsiteX13" fmla="*/ 3400811 w 3543794"/>
                <a:gd name="connsiteY13" fmla="*/ 1920315 h 2806588"/>
                <a:gd name="connsiteX14" fmla="*/ 3440550 w 3543794"/>
                <a:gd name="connsiteY14" fmla="*/ 1953102 h 2806588"/>
                <a:gd name="connsiteX15" fmla="*/ 3507197 w 3543794"/>
                <a:gd name="connsiteY15" fmla="*/ 1989277 h 2806588"/>
                <a:gd name="connsiteX16" fmla="*/ 3543794 w 3543794"/>
                <a:gd name="connsiteY16" fmla="*/ 2000637 h 2806588"/>
                <a:gd name="connsiteX17" fmla="*/ 3543794 w 3543794"/>
                <a:gd name="connsiteY17" fmla="*/ 2512654 h 2806588"/>
                <a:gd name="connsiteX18" fmla="*/ 3249860 w 3543794"/>
                <a:gd name="connsiteY18" fmla="*/ 2806588 h 2806588"/>
                <a:gd name="connsiteX19" fmla="*/ 293934 w 3543794"/>
                <a:gd name="connsiteY19" fmla="*/ 2806588 h 2806588"/>
                <a:gd name="connsiteX20" fmla="*/ 0 w 3543794"/>
                <a:gd name="connsiteY20" fmla="*/ 2512654 h 2806588"/>
                <a:gd name="connsiteX21" fmla="*/ 0 w 3543794"/>
                <a:gd name="connsiteY21" fmla="*/ 293934 h 2806588"/>
                <a:gd name="connsiteX22" fmla="*/ 293934 w 3543794"/>
                <a:gd name="connsiteY22" fmla="*/ 0 h 280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43794" h="2806588">
                  <a:moveTo>
                    <a:pt x="293934" y="0"/>
                  </a:moveTo>
                  <a:lnTo>
                    <a:pt x="3249860" y="0"/>
                  </a:lnTo>
                  <a:cubicBezTo>
                    <a:pt x="3412195" y="0"/>
                    <a:pt x="3543794" y="131599"/>
                    <a:pt x="3543794" y="293934"/>
                  </a:cubicBezTo>
                  <a:lnTo>
                    <a:pt x="3543794" y="1172555"/>
                  </a:lnTo>
                  <a:lnTo>
                    <a:pt x="3400811" y="1012808"/>
                  </a:lnTo>
                  <a:lnTo>
                    <a:pt x="3400811" y="353422"/>
                  </a:lnTo>
                  <a:cubicBezTo>
                    <a:pt x="3400811" y="242370"/>
                    <a:pt x="3310785" y="152344"/>
                    <a:pt x="3199733" y="152344"/>
                  </a:cubicBezTo>
                  <a:lnTo>
                    <a:pt x="346455" y="152344"/>
                  </a:lnTo>
                  <a:cubicBezTo>
                    <a:pt x="235403" y="152344"/>
                    <a:pt x="145377" y="242370"/>
                    <a:pt x="145377" y="353422"/>
                  </a:cubicBezTo>
                  <a:lnTo>
                    <a:pt x="145377" y="2453166"/>
                  </a:lnTo>
                  <a:cubicBezTo>
                    <a:pt x="145377" y="2564218"/>
                    <a:pt x="235403" y="2654244"/>
                    <a:pt x="346455" y="2654244"/>
                  </a:cubicBezTo>
                  <a:lnTo>
                    <a:pt x="3199733" y="2654244"/>
                  </a:lnTo>
                  <a:cubicBezTo>
                    <a:pt x="3310785" y="2654244"/>
                    <a:pt x="3400811" y="2564218"/>
                    <a:pt x="3400811" y="2453166"/>
                  </a:cubicBezTo>
                  <a:lnTo>
                    <a:pt x="3400811" y="1920315"/>
                  </a:lnTo>
                  <a:lnTo>
                    <a:pt x="3440550" y="1953102"/>
                  </a:lnTo>
                  <a:cubicBezTo>
                    <a:pt x="3461423" y="1967204"/>
                    <a:pt x="3483726" y="1979350"/>
                    <a:pt x="3507197" y="1989277"/>
                  </a:cubicBezTo>
                  <a:lnTo>
                    <a:pt x="3543794" y="2000637"/>
                  </a:lnTo>
                  <a:lnTo>
                    <a:pt x="3543794" y="2512654"/>
                  </a:lnTo>
                  <a:cubicBezTo>
                    <a:pt x="3543794" y="2674989"/>
                    <a:pt x="3412195" y="2806588"/>
                    <a:pt x="3249860" y="2806588"/>
                  </a:cubicBezTo>
                  <a:lnTo>
                    <a:pt x="293934" y="2806588"/>
                  </a:lnTo>
                  <a:cubicBezTo>
                    <a:pt x="131599" y="2806588"/>
                    <a:pt x="0" y="2674989"/>
                    <a:pt x="0" y="2512654"/>
                  </a:cubicBezTo>
                  <a:lnTo>
                    <a:pt x="0" y="293934"/>
                  </a:lnTo>
                  <a:cubicBezTo>
                    <a:pt x="0" y="131599"/>
                    <a:pt x="131599" y="0"/>
                    <a:pt x="29393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3BD18584-11DF-1E4A-A706-269EFFD06380}"/>
              </a:ext>
            </a:extLst>
          </p:cNvPr>
          <p:cNvGrpSpPr/>
          <p:nvPr/>
        </p:nvGrpSpPr>
        <p:grpSpPr>
          <a:xfrm>
            <a:off x="778429" y="3600155"/>
            <a:ext cx="4993880" cy="1862048"/>
            <a:chOff x="5562993" y="4114780"/>
            <a:chExt cx="4993880" cy="1862048"/>
          </a:xfrm>
        </p:grpSpPr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4AD59518-58BE-656E-16D4-54451FF7D9A1}"/>
                </a:ext>
              </a:extLst>
            </p:cNvPr>
            <p:cNvSpPr txBox="1"/>
            <p:nvPr/>
          </p:nvSpPr>
          <p:spPr>
            <a:xfrm>
              <a:off x="7974150" y="4114780"/>
              <a:ext cx="1164287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500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11500" dirty="0">
                <a:ln w="3175">
                  <a:solidFill>
                    <a:schemeClr val="bg1"/>
                  </a:solidFill>
                </a:ln>
                <a:latin typeface="Arial Rounded MT Bold" panose="020F0704030504030204" pitchFamily="34" charset="0"/>
              </a:endParaRP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01BF2BE7-D0AD-757A-075C-FE205B62005B}"/>
                </a:ext>
              </a:extLst>
            </p:cNvPr>
            <p:cNvSpPr txBox="1"/>
            <p:nvPr/>
          </p:nvSpPr>
          <p:spPr>
            <a:xfrm>
              <a:off x="5562993" y="4297698"/>
              <a:ext cx="2616965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9600" dirty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nirs</a:t>
              </a:r>
              <a:endParaRPr lang="fr-FR" dirty="0">
                <a:ln w="3175">
                  <a:solidFill>
                    <a:schemeClr val="bg1"/>
                  </a:solidFill>
                </a:ln>
                <a:solidFill>
                  <a:srgbClr val="2577BB"/>
                </a:solidFill>
              </a:endParaRP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FE2354E0-2F09-9209-E871-19675A640F15}"/>
                </a:ext>
              </a:extLst>
            </p:cNvPr>
            <p:cNvSpPr txBox="1"/>
            <p:nvPr/>
          </p:nvSpPr>
          <p:spPr>
            <a:xfrm>
              <a:off x="8986306" y="4297698"/>
              <a:ext cx="1570567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9600" dirty="0">
                  <a:ln w="3175">
                    <a:solidFill>
                      <a:schemeClr val="bg1"/>
                    </a:solidFill>
                  </a:ln>
                  <a:latin typeface="Arial Rounded MT Bold" panose="020F0704030504030204" pitchFamily="34" charset="0"/>
                </a:rPr>
                <a:t>all</a:t>
              </a:r>
              <a:endParaRPr lang="fr-FR" dirty="0">
                <a:ln w="3175">
                  <a:solidFill>
                    <a:schemeClr val="bg1"/>
                  </a:solidFill>
                </a:ln>
              </a:endParaRPr>
            </a:p>
          </p:txBody>
        </p:sp>
      </p:grpSp>
      <p:sp>
        <p:nvSpPr>
          <p:cNvPr id="22" name="Forme libre : forme 23">
            <a:extLst>
              <a:ext uri="{FF2B5EF4-FFF2-40B4-BE49-F238E27FC236}">
                <a16:creationId xmlns:a16="http://schemas.microsoft.com/office/drawing/2014/main" id="{50B933CC-80A6-B824-F2F4-B399EF774C38}"/>
              </a:ext>
            </a:extLst>
          </p:cNvPr>
          <p:cNvSpPr/>
          <p:nvPr/>
        </p:nvSpPr>
        <p:spPr>
          <a:xfrm>
            <a:off x="6849567" y="2895622"/>
            <a:ext cx="936100" cy="1050931"/>
          </a:xfrm>
          <a:custGeom>
            <a:avLst/>
            <a:gdLst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549400 w 2689225"/>
              <a:gd name="connsiteY12" fmla="*/ 838064 h 1119057"/>
              <a:gd name="connsiteX13" fmla="*/ 1654175 w 2689225"/>
              <a:gd name="connsiteY13" fmla="*/ 825364 h 1119057"/>
              <a:gd name="connsiteX14" fmla="*/ 1822450 w 2689225"/>
              <a:gd name="connsiteY14" fmla="*/ 552314 h 1119057"/>
              <a:gd name="connsiteX15" fmla="*/ 1930400 w 2689225"/>
              <a:gd name="connsiteY15" fmla="*/ 339589 h 1119057"/>
              <a:gd name="connsiteX16" fmla="*/ 2133600 w 2689225"/>
              <a:gd name="connsiteY16" fmla="*/ 244339 h 1119057"/>
              <a:gd name="connsiteX17" fmla="*/ 2320925 w 2689225"/>
              <a:gd name="connsiteY17" fmla="*/ 501514 h 1119057"/>
              <a:gd name="connsiteX18" fmla="*/ 2689225 w 2689225"/>
              <a:gd name="connsiteY18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654175 w 2689225"/>
              <a:gd name="connsiteY12" fmla="*/ 825364 h 1119057"/>
              <a:gd name="connsiteX13" fmla="*/ 1822450 w 2689225"/>
              <a:gd name="connsiteY13" fmla="*/ 552314 h 1119057"/>
              <a:gd name="connsiteX14" fmla="*/ 1930400 w 2689225"/>
              <a:gd name="connsiteY14" fmla="*/ 339589 h 1119057"/>
              <a:gd name="connsiteX15" fmla="*/ 2133600 w 2689225"/>
              <a:gd name="connsiteY15" fmla="*/ 244339 h 1119057"/>
              <a:gd name="connsiteX16" fmla="*/ 2320925 w 2689225"/>
              <a:gd name="connsiteY16" fmla="*/ 501514 h 1119057"/>
              <a:gd name="connsiteX17" fmla="*/ 2689225 w 2689225"/>
              <a:gd name="connsiteY17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847725 w 2689225"/>
              <a:gd name="connsiteY4" fmla="*/ 218939 h 1119057"/>
              <a:gd name="connsiteX5" fmla="*/ 930275 w 2689225"/>
              <a:gd name="connsiteY5" fmla="*/ 72889 h 1119057"/>
              <a:gd name="connsiteX6" fmla="*/ 1095375 w 2689225"/>
              <a:gd name="connsiteY6" fmla="*/ 3039 h 1119057"/>
              <a:gd name="connsiteX7" fmla="*/ 1238250 w 2689225"/>
              <a:gd name="connsiteY7" fmla="*/ 168139 h 1119057"/>
              <a:gd name="connsiteX8" fmla="*/ 1336675 w 2689225"/>
              <a:gd name="connsiteY8" fmla="*/ 526914 h 1119057"/>
              <a:gd name="connsiteX9" fmla="*/ 1441450 w 2689225"/>
              <a:gd name="connsiteY9" fmla="*/ 777739 h 1119057"/>
              <a:gd name="connsiteX10" fmla="*/ 1527175 w 2689225"/>
              <a:gd name="connsiteY10" fmla="*/ 847589 h 1119057"/>
              <a:gd name="connsiteX11" fmla="*/ 1654175 w 2689225"/>
              <a:gd name="connsiteY11" fmla="*/ 825364 h 1119057"/>
              <a:gd name="connsiteX12" fmla="*/ 1822450 w 2689225"/>
              <a:gd name="connsiteY12" fmla="*/ 552314 h 1119057"/>
              <a:gd name="connsiteX13" fmla="*/ 1930400 w 2689225"/>
              <a:gd name="connsiteY13" fmla="*/ 339589 h 1119057"/>
              <a:gd name="connsiteX14" fmla="*/ 2133600 w 2689225"/>
              <a:gd name="connsiteY14" fmla="*/ 244339 h 1119057"/>
              <a:gd name="connsiteX15" fmla="*/ 2320925 w 2689225"/>
              <a:gd name="connsiteY15" fmla="*/ 501514 h 1119057"/>
              <a:gd name="connsiteX16" fmla="*/ 2689225 w 2689225"/>
              <a:gd name="connsiteY16" fmla="*/ 895214 h 1119057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1610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133600 w 2689225"/>
              <a:gd name="connsiteY12" fmla="*/ 244077 h 1118795"/>
              <a:gd name="connsiteX13" fmla="*/ 2320925 w 2689225"/>
              <a:gd name="connsiteY13" fmla="*/ 501252 h 1118795"/>
              <a:gd name="connsiteX14" fmla="*/ 2689225 w 2689225"/>
              <a:gd name="connsiteY14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320925 w 2689225"/>
              <a:gd name="connsiteY12" fmla="*/ 501252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1290 h 1119233"/>
              <a:gd name="connsiteX1" fmla="*/ 241300 w 2689225"/>
              <a:gd name="connsiteY1" fmla="*/ 1111290 h 1119233"/>
              <a:gd name="connsiteX2" fmla="*/ 415925 w 2689225"/>
              <a:gd name="connsiteY2" fmla="*/ 1028740 h 1119233"/>
              <a:gd name="connsiteX3" fmla="*/ 593725 w 2689225"/>
              <a:gd name="connsiteY3" fmla="*/ 816015 h 1119233"/>
              <a:gd name="connsiteX4" fmla="*/ 847725 w 2689225"/>
              <a:gd name="connsiteY4" fmla="*/ 219115 h 1119233"/>
              <a:gd name="connsiteX5" fmla="*/ 930275 w 2689225"/>
              <a:gd name="connsiteY5" fmla="*/ 68302 h 1119233"/>
              <a:gd name="connsiteX6" fmla="*/ 1095375 w 2689225"/>
              <a:gd name="connsiteY6" fmla="*/ 3215 h 1119233"/>
              <a:gd name="connsiteX7" fmla="*/ 1238250 w 2689225"/>
              <a:gd name="connsiteY7" fmla="*/ 168315 h 1119233"/>
              <a:gd name="connsiteX8" fmla="*/ 1336675 w 2689225"/>
              <a:gd name="connsiteY8" fmla="*/ 527090 h 1119233"/>
              <a:gd name="connsiteX9" fmla="*/ 1441450 w 2689225"/>
              <a:gd name="connsiteY9" fmla="*/ 777915 h 1119233"/>
              <a:gd name="connsiteX10" fmla="*/ 1654175 w 2689225"/>
              <a:gd name="connsiteY10" fmla="*/ 825540 h 1119233"/>
              <a:gd name="connsiteX11" fmla="*/ 1930400 w 2689225"/>
              <a:gd name="connsiteY11" fmla="*/ 333415 h 1119233"/>
              <a:gd name="connsiteX12" fmla="*/ 2286000 w 2689225"/>
              <a:gd name="connsiteY12" fmla="*/ 395328 h 1119233"/>
              <a:gd name="connsiteX13" fmla="*/ 2689225 w 2689225"/>
              <a:gd name="connsiteY13" fmla="*/ 895390 h 1119233"/>
              <a:gd name="connsiteX0" fmla="*/ 0 w 2689225"/>
              <a:gd name="connsiteY0" fmla="*/ 1110846 h 1118789"/>
              <a:gd name="connsiteX1" fmla="*/ 241300 w 2689225"/>
              <a:gd name="connsiteY1" fmla="*/ 1110846 h 1118789"/>
              <a:gd name="connsiteX2" fmla="*/ 415925 w 2689225"/>
              <a:gd name="connsiteY2" fmla="*/ 1028296 h 1118789"/>
              <a:gd name="connsiteX3" fmla="*/ 593725 w 2689225"/>
              <a:gd name="connsiteY3" fmla="*/ 815571 h 1118789"/>
              <a:gd name="connsiteX4" fmla="*/ 847725 w 2689225"/>
              <a:gd name="connsiteY4" fmla="*/ 218671 h 1118789"/>
              <a:gd name="connsiteX5" fmla="*/ 930275 w 2689225"/>
              <a:gd name="connsiteY5" fmla="*/ 67858 h 1118789"/>
              <a:gd name="connsiteX6" fmla="*/ 1095375 w 2689225"/>
              <a:gd name="connsiteY6" fmla="*/ 2771 h 1118789"/>
              <a:gd name="connsiteX7" fmla="*/ 1238250 w 2689225"/>
              <a:gd name="connsiteY7" fmla="*/ 167871 h 1118789"/>
              <a:gd name="connsiteX8" fmla="*/ 1336675 w 2689225"/>
              <a:gd name="connsiteY8" fmla="*/ 526646 h 1118789"/>
              <a:gd name="connsiteX9" fmla="*/ 1441450 w 2689225"/>
              <a:gd name="connsiteY9" fmla="*/ 777471 h 1118789"/>
              <a:gd name="connsiteX10" fmla="*/ 1654175 w 2689225"/>
              <a:gd name="connsiteY10" fmla="*/ 825096 h 1118789"/>
              <a:gd name="connsiteX11" fmla="*/ 1930400 w 2689225"/>
              <a:gd name="connsiteY11" fmla="*/ 332971 h 1118789"/>
              <a:gd name="connsiteX12" fmla="*/ 2286000 w 2689225"/>
              <a:gd name="connsiteY12" fmla="*/ 394884 h 1118789"/>
              <a:gd name="connsiteX13" fmla="*/ 2689225 w 2689225"/>
              <a:gd name="connsiteY13" fmla="*/ 894946 h 1118789"/>
              <a:gd name="connsiteX0" fmla="*/ 0 w 2689225"/>
              <a:gd name="connsiteY0" fmla="*/ 1111986 h 1119929"/>
              <a:gd name="connsiteX1" fmla="*/ 241300 w 2689225"/>
              <a:gd name="connsiteY1" fmla="*/ 1111986 h 1119929"/>
              <a:gd name="connsiteX2" fmla="*/ 415925 w 2689225"/>
              <a:gd name="connsiteY2" fmla="*/ 1029436 h 1119929"/>
              <a:gd name="connsiteX3" fmla="*/ 593725 w 2689225"/>
              <a:gd name="connsiteY3" fmla="*/ 816711 h 1119929"/>
              <a:gd name="connsiteX4" fmla="*/ 847725 w 2689225"/>
              <a:gd name="connsiteY4" fmla="*/ 219811 h 1119929"/>
              <a:gd name="connsiteX5" fmla="*/ 930275 w 2689225"/>
              <a:gd name="connsiteY5" fmla="*/ 68998 h 1119929"/>
              <a:gd name="connsiteX6" fmla="*/ 1095375 w 2689225"/>
              <a:gd name="connsiteY6" fmla="*/ 3911 h 1119929"/>
              <a:gd name="connsiteX7" fmla="*/ 1238250 w 2689225"/>
              <a:gd name="connsiteY7" fmla="*/ 169011 h 1119929"/>
              <a:gd name="connsiteX8" fmla="*/ 1336675 w 2689225"/>
              <a:gd name="connsiteY8" fmla="*/ 527786 h 1119929"/>
              <a:gd name="connsiteX9" fmla="*/ 1441450 w 2689225"/>
              <a:gd name="connsiteY9" fmla="*/ 778611 h 1119929"/>
              <a:gd name="connsiteX10" fmla="*/ 1654175 w 2689225"/>
              <a:gd name="connsiteY10" fmla="*/ 826236 h 1119929"/>
              <a:gd name="connsiteX11" fmla="*/ 1930400 w 2689225"/>
              <a:gd name="connsiteY11" fmla="*/ 334111 h 1119929"/>
              <a:gd name="connsiteX12" fmla="*/ 2286000 w 2689225"/>
              <a:gd name="connsiteY12" fmla="*/ 396024 h 1119929"/>
              <a:gd name="connsiteX13" fmla="*/ 2689225 w 2689225"/>
              <a:gd name="connsiteY13" fmla="*/ 896086 h 1119929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3027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2392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3146 h 1121089"/>
              <a:gd name="connsiteX1" fmla="*/ 241300 w 2689225"/>
              <a:gd name="connsiteY1" fmla="*/ 1113146 h 1121089"/>
              <a:gd name="connsiteX2" fmla="*/ 415925 w 2689225"/>
              <a:gd name="connsiteY2" fmla="*/ 1030596 h 1121089"/>
              <a:gd name="connsiteX3" fmla="*/ 593725 w 2689225"/>
              <a:gd name="connsiteY3" fmla="*/ 817871 h 1121089"/>
              <a:gd name="connsiteX4" fmla="*/ 847725 w 2689225"/>
              <a:gd name="connsiteY4" fmla="*/ 220971 h 1121089"/>
              <a:gd name="connsiteX5" fmla="*/ 923925 w 2689225"/>
              <a:gd name="connsiteY5" fmla="*/ 70158 h 1121089"/>
              <a:gd name="connsiteX6" fmla="*/ 1095375 w 2689225"/>
              <a:gd name="connsiteY6" fmla="*/ 5071 h 1121089"/>
              <a:gd name="connsiteX7" fmla="*/ 1238250 w 2689225"/>
              <a:gd name="connsiteY7" fmla="*/ 170171 h 1121089"/>
              <a:gd name="connsiteX8" fmla="*/ 1336675 w 2689225"/>
              <a:gd name="connsiteY8" fmla="*/ 528946 h 1121089"/>
              <a:gd name="connsiteX9" fmla="*/ 1441450 w 2689225"/>
              <a:gd name="connsiteY9" fmla="*/ 779771 h 1121089"/>
              <a:gd name="connsiteX10" fmla="*/ 1654175 w 2689225"/>
              <a:gd name="connsiteY10" fmla="*/ 827396 h 1121089"/>
              <a:gd name="connsiteX11" fmla="*/ 1930400 w 2689225"/>
              <a:gd name="connsiteY11" fmla="*/ 335271 h 1121089"/>
              <a:gd name="connsiteX12" fmla="*/ 2286000 w 2689225"/>
              <a:gd name="connsiteY12" fmla="*/ 397184 h 1121089"/>
              <a:gd name="connsiteX13" fmla="*/ 2689225 w 2689225"/>
              <a:gd name="connsiteY13" fmla="*/ 897246 h 1121089"/>
              <a:gd name="connsiteX0" fmla="*/ 0 w 2689225"/>
              <a:gd name="connsiteY0" fmla="*/ 1113146 h 1121089"/>
              <a:gd name="connsiteX1" fmla="*/ 241300 w 2689225"/>
              <a:gd name="connsiteY1" fmla="*/ 1113146 h 1121089"/>
              <a:gd name="connsiteX2" fmla="*/ 415925 w 2689225"/>
              <a:gd name="connsiteY2" fmla="*/ 1030596 h 1121089"/>
              <a:gd name="connsiteX3" fmla="*/ 593725 w 2689225"/>
              <a:gd name="connsiteY3" fmla="*/ 817871 h 1121089"/>
              <a:gd name="connsiteX4" fmla="*/ 847725 w 2689225"/>
              <a:gd name="connsiteY4" fmla="*/ 220971 h 1121089"/>
              <a:gd name="connsiteX5" fmla="*/ 923925 w 2689225"/>
              <a:gd name="connsiteY5" fmla="*/ 70158 h 1121089"/>
              <a:gd name="connsiteX6" fmla="*/ 1095375 w 2689225"/>
              <a:gd name="connsiteY6" fmla="*/ 5071 h 1121089"/>
              <a:gd name="connsiteX7" fmla="*/ 1238250 w 2689225"/>
              <a:gd name="connsiteY7" fmla="*/ 170171 h 1121089"/>
              <a:gd name="connsiteX8" fmla="*/ 1336675 w 2689225"/>
              <a:gd name="connsiteY8" fmla="*/ 528946 h 1121089"/>
              <a:gd name="connsiteX9" fmla="*/ 1441450 w 2689225"/>
              <a:gd name="connsiteY9" fmla="*/ 779771 h 1121089"/>
              <a:gd name="connsiteX10" fmla="*/ 1654175 w 2689225"/>
              <a:gd name="connsiteY10" fmla="*/ 827396 h 1121089"/>
              <a:gd name="connsiteX11" fmla="*/ 2286000 w 2689225"/>
              <a:gd name="connsiteY11" fmla="*/ 397184 h 1121089"/>
              <a:gd name="connsiteX12" fmla="*/ 2689225 w 2689225"/>
              <a:gd name="connsiteY12" fmla="*/ 897246 h 1121089"/>
              <a:gd name="connsiteX0" fmla="*/ 0 w 2286000"/>
              <a:gd name="connsiteY0" fmla="*/ 1113146 h 1121089"/>
              <a:gd name="connsiteX1" fmla="*/ 241300 w 2286000"/>
              <a:gd name="connsiteY1" fmla="*/ 1113146 h 1121089"/>
              <a:gd name="connsiteX2" fmla="*/ 415925 w 2286000"/>
              <a:gd name="connsiteY2" fmla="*/ 1030596 h 1121089"/>
              <a:gd name="connsiteX3" fmla="*/ 593725 w 2286000"/>
              <a:gd name="connsiteY3" fmla="*/ 817871 h 1121089"/>
              <a:gd name="connsiteX4" fmla="*/ 847725 w 2286000"/>
              <a:gd name="connsiteY4" fmla="*/ 220971 h 1121089"/>
              <a:gd name="connsiteX5" fmla="*/ 923925 w 2286000"/>
              <a:gd name="connsiteY5" fmla="*/ 70158 h 1121089"/>
              <a:gd name="connsiteX6" fmla="*/ 1095375 w 2286000"/>
              <a:gd name="connsiteY6" fmla="*/ 5071 h 1121089"/>
              <a:gd name="connsiteX7" fmla="*/ 1238250 w 2286000"/>
              <a:gd name="connsiteY7" fmla="*/ 170171 h 1121089"/>
              <a:gd name="connsiteX8" fmla="*/ 1336675 w 2286000"/>
              <a:gd name="connsiteY8" fmla="*/ 528946 h 1121089"/>
              <a:gd name="connsiteX9" fmla="*/ 1441450 w 2286000"/>
              <a:gd name="connsiteY9" fmla="*/ 779771 h 1121089"/>
              <a:gd name="connsiteX10" fmla="*/ 1654175 w 2286000"/>
              <a:gd name="connsiteY10" fmla="*/ 827396 h 1121089"/>
              <a:gd name="connsiteX11" fmla="*/ 2286000 w 2286000"/>
              <a:gd name="connsiteY11" fmla="*/ 397184 h 1121089"/>
              <a:gd name="connsiteX0" fmla="*/ 0 w 1654175"/>
              <a:gd name="connsiteY0" fmla="*/ 1113146 h 1121089"/>
              <a:gd name="connsiteX1" fmla="*/ 241300 w 1654175"/>
              <a:gd name="connsiteY1" fmla="*/ 1113146 h 1121089"/>
              <a:gd name="connsiteX2" fmla="*/ 415925 w 1654175"/>
              <a:gd name="connsiteY2" fmla="*/ 1030596 h 1121089"/>
              <a:gd name="connsiteX3" fmla="*/ 593725 w 1654175"/>
              <a:gd name="connsiteY3" fmla="*/ 817871 h 1121089"/>
              <a:gd name="connsiteX4" fmla="*/ 847725 w 1654175"/>
              <a:gd name="connsiteY4" fmla="*/ 220971 h 1121089"/>
              <a:gd name="connsiteX5" fmla="*/ 923925 w 1654175"/>
              <a:gd name="connsiteY5" fmla="*/ 70158 h 1121089"/>
              <a:gd name="connsiteX6" fmla="*/ 1095375 w 1654175"/>
              <a:gd name="connsiteY6" fmla="*/ 5071 h 1121089"/>
              <a:gd name="connsiteX7" fmla="*/ 1238250 w 1654175"/>
              <a:gd name="connsiteY7" fmla="*/ 170171 h 1121089"/>
              <a:gd name="connsiteX8" fmla="*/ 1336675 w 1654175"/>
              <a:gd name="connsiteY8" fmla="*/ 528946 h 1121089"/>
              <a:gd name="connsiteX9" fmla="*/ 1441450 w 1654175"/>
              <a:gd name="connsiteY9" fmla="*/ 779771 h 1121089"/>
              <a:gd name="connsiteX10" fmla="*/ 1654175 w 1654175"/>
              <a:gd name="connsiteY10" fmla="*/ 827396 h 1121089"/>
              <a:gd name="connsiteX0" fmla="*/ 0 w 1441450"/>
              <a:gd name="connsiteY0" fmla="*/ 1113146 h 1121089"/>
              <a:gd name="connsiteX1" fmla="*/ 241300 w 1441450"/>
              <a:gd name="connsiteY1" fmla="*/ 1113146 h 1121089"/>
              <a:gd name="connsiteX2" fmla="*/ 415925 w 1441450"/>
              <a:gd name="connsiteY2" fmla="*/ 1030596 h 1121089"/>
              <a:gd name="connsiteX3" fmla="*/ 593725 w 1441450"/>
              <a:gd name="connsiteY3" fmla="*/ 817871 h 1121089"/>
              <a:gd name="connsiteX4" fmla="*/ 847725 w 1441450"/>
              <a:gd name="connsiteY4" fmla="*/ 220971 h 1121089"/>
              <a:gd name="connsiteX5" fmla="*/ 923925 w 1441450"/>
              <a:gd name="connsiteY5" fmla="*/ 70158 h 1121089"/>
              <a:gd name="connsiteX6" fmla="*/ 1095375 w 1441450"/>
              <a:gd name="connsiteY6" fmla="*/ 5071 h 1121089"/>
              <a:gd name="connsiteX7" fmla="*/ 1238250 w 1441450"/>
              <a:gd name="connsiteY7" fmla="*/ 170171 h 1121089"/>
              <a:gd name="connsiteX8" fmla="*/ 1336675 w 1441450"/>
              <a:gd name="connsiteY8" fmla="*/ 528946 h 1121089"/>
              <a:gd name="connsiteX9" fmla="*/ 1441450 w 1441450"/>
              <a:gd name="connsiteY9" fmla="*/ 779771 h 1121089"/>
              <a:gd name="connsiteX0" fmla="*/ 0 w 1336675"/>
              <a:gd name="connsiteY0" fmla="*/ 1113146 h 1121089"/>
              <a:gd name="connsiteX1" fmla="*/ 241300 w 1336675"/>
              <a:gd name="connsiteY1" fmla="*/ 1113146 h 1121089"/>
              <a:gd name="connsiteX2" fmla="*/ 415925 w 1336675"/>
              <a:gd name="connsiteY2" fmla="*/ 1030596 h 1121089"/>
              <a:gd name="connsiteX3" fmla="*/ 593725 w 1336675"/>
              <a:gd name="connsiteY3" fmla="*/ 817871 h 1121089"/>
              <a:gd name="connsiteX4" fmla="*/ 847725 w 1336675"/>
              <a:gd name="connsiteY4" fmla="*/ 220971 h 1121089"/>
              <a:gd name="connsiteX5" fmla="*/ 923925 w 1336675"/>
              <a:gd name="connsiteY5" fmla="*/ 70158 h 1121089"/>
              <a:gd name="connsiteX6" fmla="*/ 1095375 w 1336675"/>
              <a:gd name="connsiteY6" fmla="*/ 5071 h 1121089"/>
              <a:gd name="connsiteX7" fmla="*/ 1238250 w 1336675"/>
              <a:gd name="connsiteY7" fmla="*/ 170171 h 1121089"/>
              <a:gd name="connsiteX8" fmla="*/ 1336675 w 1336675"/>
              <a:gd name="connsiteY8" fmla="*/ 528946 h 1121089"/>
              <a:gd name="connsiteX0" fmla="*/ 0 w 1238250"/>
              <a:gd name="connsiteY0" fmla="*/ 1113146 h 1121089"/>
              <a:gd name="connsiteX1" fmla="*/ 241300 w 1238250"/>
              <a:gd name="connsiteY1" fmla="*/ 1113146 h 1121089"/>
              <a:gd name="connsiteX2" fmla="*/ 415925 w 1238250"/>
              <a:gd name="connsiteY2" fmla="*/ 1030596 h 1121089"/>
              <a:gd name="connsiteX3" fmla="*/ 593725 w 1238250"/>
              <a:gd name="connsiteY3" fmla="*/ 817871 h 1121089"/>
              <a:gd name="connsiteX4" fmla="*/ 847725 w 1238250"/>
              <a:gd name="connsiteY4" fmla="*/ 220971 h 1121089"/>
              <a:gd name="connsiteX5" fmla="*/ 923925 w 1238250"/>
              <a:gd name="connsiteY5" fmla="*/ 70158 h 1121089"/>
              <a:gd name="connsiteX6" fmla="*/ 1095375 w 1238250"/>
              <a:gd name="connsiteY6" fmla="*/ 5071 h 1121089"/>
              <a:gd name="connsiteX7" fmla="*/ 1238250 w 1238250"/>
              <a:gd name="connsiteY7" fmla="*/ 170171 h 1121089"/>
              <a:gd name="connsiteX0" fmla="*/ 0 w 1095375"/>
              <a:gd name="connsiteY0" fmla="*/ 1113146 h 1121089"/>
              <a:gd name="connsiteX1" fmla="*/ 241300 w 1095375"/>
              <a:gd name="connsiteY1" fmla="*/ 1113146 h 1121089"/>
              <a:gd name="connsiteX2" fmla="*/ 415925 w 1095375"/>
              <a:gd name="connsiteY2" fmla="*/ 1030596 h 1121089"/>
              <a:gd name="connsiteX3" fmla="*/ 593725 w 1095375"/>
              <a:gd name="connsiteY3" fmla="*/ 817871 h 1121089"/>
              <a:gd name="connsiteX4" fmla="*/ 847725 w 1095375"/>
              <a:gd name="connsiteY4" fmla="*/ 220971 h 1121089"/>
              <a:gd name="connsiteX5" fmla="*/ 923925 w 1095375"/>
              <a:gd name="connsiteY5" fmla="*/ 70158 h 1121089"/>
              <a:gd name="connsiteX6" fmla="*/ 1095375 w 1095375"/>
              <a:gd name="connsiteY6" fmla="*/ 5071 h 1121089"/>
              <a:gd name="connsiteX0" fmla="*/ 0 w 923925"/>
              <a:gd name="connsiteY0" fmla="*/ 1042988 h 1050931"/>
              <a:gd name="connsiteX1" fmla="*/ 241300 w 923925"/>
              <a:gd name="connsiteY1" fmla="*/ 1042988 h 1050931"/>
              <a:gd name="connsiteX2" fmla="*/ 415925 w 923925"/>
              <a:gd name="connsiteY2" fmla="*/ 960438 h 1050931"/>
              <a:gd name="connsiteX3" fmla="*/ 593725 w 923925"/>
              <a:gd name="connsiteY3" fmla="*/ 747713 h 1050931"/>
              <a:gd name="connsiteX4" fmla="*/ 847725 w 923925"/>
              <a:gd name="connsiteY4" fmla="*/ 150813 h 1050931"/>
              <a:gd name="connsiteX5" fmla="*/ 923925 w 923925"/>
              <a:gd name="connsiteY5" fmla="*/ 0 h 1050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3925" h="1050931">
                <a:moveTo>
                  <a:pt x="0" y="1042988"/>
                </a:moveTo>
                <a:cubicBezTo>
                  <a:pt x="85989" y="1049867"/>
                  <a:pt x="171979" y="1056746"/>
                  <a:pt x="241300" y="1042988"/>
                </a:cubicBezTo>
                <a:cubicBezTo>
                  <a:pt x="310621" y="1029230"/>
                  <a:pt x="357188" y="1009650"/>
                  <a:pt x="415925" y="960438"/>
                </a:cubicBezTo>
                <a:cubicBezTo>
                  <a:pt x="474663" y="911225"/>
                  <a:pt x="521758" y="882650"/>
                  <a:pt x="593725" y="747713"/>
                </a:cubicBezTo>
                <a:cubicBezTo>
                  <a:pt x="665692" y="612776"/>
                  <a:pt x="792692" y="275432"/>
                  <a:pt x="847725" y="150813"/>
                </a:cubicBezTo>
                <a:cubicBezTo>
                  <a:pt x="902758" y="26194"/>
                  <a:pt x="885824" y="56622"/>
                  <a:pt x="923925" y="0"/>
                </a:cubicBezTo>
              </a:path>
            </a:pathLst>
          </a:custGeom>
          <a:noFill/>
          <a:ln w="387350" cap="rnd">
            <a:gradFill>
              <a:gsLst>
                <a:gs pos="58000">
                  <a:schemeClr val="bg1"/>
                </a:gs>
                <a:gs pos="79000">
                  <a:srgbClr val="F2F2F2"/>
                </a:gs>
              </a:gsLst>
              <a:lin ang="0" scaled="0"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sp>
        <p:nvSpPr>
          <p:cNvPr id="23" name="Rectangle à coins arrondis 22"/>
          <p:cNvSpPr/>
          <p:nvPr/>
        </p:nvSpPr>
        <p:spPr>
          <a:xfrm>
            <a:off x="7682055" y="1522545"/>
            <a:ext cx="2958404" cy="3237903"/>
          </a:xfrm>
          <a:prstGeom prst="roundRect">
            <a:avLst/>
          </a:prstGeom>
          <a:gradFill>
            <a:gsLst>
              <a:gs pos="43000">
                <a:schemeClr val="bg1"/>
              </a:gs>
              <a:gs pos="63000">
                <a:schemeClr val="bg1">
                  <a:lumMod val="95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4" name="Connecteur droit 43"/>
          <p:cNvCxnSpPr/>
          <p:nvPr/>
        </p:nvCxnSpPr>
        <p:spPr>
          <a:xfrm>
            <a:off x="7756585" y="1824763"/>
            <a:ext cx="280800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7756585" y="2154049"/>
            <a:ext cx="280800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/>
        </p:nvCxnSpPr>
        <p:spPr>
          <a:xfrm>
            <a:off x="7756585" y="2483335"/>
            <a:ext cx="280800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>
            <a:off x="7756585" y="2812621"/>
            <a:ext cx="280800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7756585" y="3141907"/>
            <a:ext cx="280800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/>
        </p:nvCxnSpPr>
        <p:spPr>
          <a:xfrm>
            <a:off x="7756585" y="3471193"/>
            <a:ext cx="280800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>
            <a:off x="7756585" y="3800479"/>
            <a:ext cx="280800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7756585" y="4129765"/>
            <a:ext cx="280800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>
            <a:off x="7756585" y="4459054"/>
            <a:ext cx="273600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e 52"/>
          <p:cNvGrpSpPr/>
          <p:nvPr/>
        </p:nvGrpSpPr>
        <p:grpSpPr>
          <a:xfrm>
            <a:off x="6861069" y="2344238"/>
            <a:ext cx="4509864" cy="1903301"/>
            <a:chOff x="6481398" y="3021342"/>
            <a:chExt cx="4509864" cy="1903301"/>
          </a:xfrm>
        </p:grpSpPr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8E593623-A685-3D36-86A4-BE9697F8DB1C}"/>
                </a:ext>
              </a:extLst>
            </p:cNvPr>
            <p:cNvSpPr/>
            <p:nvPr/>
          </p:nvSpPr>
          <p:spPr>
            <a:xfrm>
              <a:off x="10143299" y="3062409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8E593623-A685-3D36-86A4-BE9697F8DB1C}"/>
                </a:ext>
              </a:extLst>
            </p:cNvPr>
            <p:cNvSpPr/>
            <p:nvPr/>
          </p:nvSpPr>
          <p:spPr>
            <a:xfrm>
              <a:off x="10163262" y="4096643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8E593623-A685-3D36-86A4-BE9697F8DB1C}"/>
                </a:ext>
              </a:extLst>
            </p:cNvPr>
            <p:cNvSpPr/>
            <p:nvPr/>
          </p:nvSpPr>
          <p:spPr>
            <a:xfrm>
              <a:off x="9641259" y="3545522"/>
              <a:ext cx="737676" cy="8842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D5BC512-BD38-EB45-4E36-17D01655F68C}"/>
                </a:ext>
              </a:extLst>
            </p:cNvPr>
            <p:cNvSpPr/>
            <p:nvPr/>
          </p:nvSpPr>
          <p:spPr>
            <a:xfrm rot="2652461">
              <a:off x="10002895" y="4181361"/>
              <a:ext cx="553485" cy="119180"/>
            </a:xfrm>
            <a:prstGeom prst="rect">
              <a:avLst/>
            </a:prstGeom>
            <a:solidFill>
              <a:srgbClr val="2577BB"/>
            </a:solidFill>
            <a:ln w="38100">
              <a:solidFill>
                <a:srgbClr val="2577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87A67BE-1E35-10AD-8079-94BC38444408}"/>
                </a:ext>
              </a:extLst>
            </p:cNvPr>
            <p:cNvSpPr/>
            <p:nvPr/>
          </p:nvSpPr>
          <p:spPr>
            <a:xfrm rot="18861597">
              <a:off x="9936111" y="3808952"/>
              <a:ext cx="553485" cy="119180"/>
            </a:xfrm>
            <a:prstGeom prst="rect">
              <a:avLst/>
            </a:prstGeom>
            <a:solidFill>
              <a:srgbClr val="2577BB"/>
            </a:solidFill>
            <a:ln w="38100">
              <a:solidFill>
                <a:srgbClr val="2577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4199A4C7-13B5-55E7-469D-A003BCC6D958}"/>
                </a:ext>
              </a:extLst>
            </p:cNvPr>
            <p:cNvSpPr/>
            <p:nvPr/>
          </p:nvSpPr>
          <p:spPr>
            <a:xfrm>
              <a:off x="9093078" y="3021342"/>
              <a:ext cx="513506" cy="513506"/>
            </a:xfrm>
            <a:prstGeom prst="ellipse">
              <a:avLst/>
            </a:prstGeom>
            <a:solidFill>
              <a:srgbClr val="2577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FE43B5FE-9B0B-8CA6-6FE9-7268C7B21422}"/>
                </a:ext>
              </a:extLst>
            </p:cNvPr>
            <p:cNvSpPr/>
            <p:nvPr/>
          </p:nvSpPr>
          <p:spPr>
            <a:xfrm>
              <a:off x="10304894" y="3230808"/>
              <a:ext cx="513506" cy="513506"/>
            </a:xfrm>
            <a:prstGeom prst="ellipse">
              <a:avLst/>
            </a:prstGeom>
            <a:solidFill>
              <a:srgbClr val="2577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5DA5CF78-884C-CA33-C998-78BD497BC13D}"/>
                </a:ext>
              </a:extLst>
            </p:cNvPr>
            <p:cNvSpPr/>
            <p:nvPr/>
          </p:nvSpPr>
          <p:spPr>
            <a:xfrm>
              <a:off x="10328884" y="4253890"/>
              <a:ext cx="513506" cy="513506"/>
            </a:xfrm>
            <a:prstGeom prst="ellipse">
              <a:avLst/>
            </a:prstGeom>
            <a:solidFill>
              <a:srgbClr val="2577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8E593623-A685-3D36-86A4-BE9697F8DB1C}"/>
                </a:ext>
              </a:extLst>
            </p:cNvPr>
            <p:cNvSpPr/>
            <p:nvPr/>
          </p:nvSpPr>
          <p:spPr>
            <a:xfrm>
              <a:off x="9737351" y="3763753"/>
              <a:ext cx="513506" cy="513506"/>
            </a:xfrm>
            <a:prstGeom prst="ellipse">
              <a:avLst/>
            </a:prstGeom>
            <a:solidFill>
              <a:srgbClr val="2577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84A60F07-902B-AF8F-7F49-413FCB7BF9AA}"/>
                </a:ext>
              </a:extLst>
            </p:cNvPr>
            <p:cNvSpPr/>
            <p:nvPr/>
          </p:nvSpPr>
          <p:spPr>
            <a:xfrm>
              <a:off x="8900027" y="4036717"/>
              <a:ext cx="513506" cy="513506"/>
            </a:xfrm>
            <a:prstGeom prst="ellipse">
              <a:avLst/>
            </a:prstGeom>
            <a:solidFill>
              <a:srgbClr val="2577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EB51728-2193-AA2B-A4EE-4780050A1A3E}"/>
                </a:ext>
              </a:extLst>
            </p:cNvPr>
            <p:cNvSpPr/>
            <p:nvPr/>
          </p:nvSpPr>
          <p:spPr>
            <a:xfrm rot="2890174">
              <a:off x="9259943" y="3660369"/>
              <a:ext cx="926528" cy="119180"/>
            </a:xfrm>
            <a:prstGeom prst="rect">
              <a:avLst/>
            </a:prstGeom>
            <a:solidFill>
              <a:srgbClr val="2577BB"/>
            </a:solidFill>
            <a:ln w="38100">
              <a:solidFill>
                <a:srgbClr val="2577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9AC303C-603A-2923-1A4B-C06CCA1ED1BE}"/>
                </a:ext>
              </a:extLst>
            </p:cNvPr>
            <p:cNvSpPr/>
            <p:nvPr/>
          </p:nvSpPr>
          <p:spPr>
            <a:xfrm rot="18912334">
              <a:off x="8730342" y="3565900"/>
              <a:ext cx="659362" cy="119180"/>
            </a:xfrm>
            <a:prstGeom prst="rect">
              <a:avLst/>
            </a:prstGeom>
            <a:solidFill>
              <a:srgbClr val="2577BB"/>
            </a:solidFill>
            <a:ln w="38100">
              <a:solidFill>
                <a:srgbClr val="2577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B615DFE-93E1-109F-D9CD-DD6CA483EABC}"/>
                </a:ext>
              </a:extLst>
            </p:cNvPr>
            <p:cNvSpPr/>
            <p:nvPr/>
          </p:nvSpPr>
          <p:spPr>
            <a:xfrm rot="2890174">
              <a:off x="9265983" y="3621862"/>
              <a:ext cx="926528" cy="119180"/>
            </a:xfrm>
            <a:prstGeom prst="rect">
              <a:avLst/>
            </a:prstGeom>
            <a:solidFill>
              <a:srgbClr val="2577BB"/>
            </a:solidFill>
            <a:ln w="38100">
              <a:solidFill>
                <a:srgbClr val="2577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7" name="Forme libre : forme 23">
              <a:extLst>
                <a:ext uri="{FF2B5EF4-FFF2-40B4-BE49-F238E27FC236}">
                  <a16:creationId xmlns:a16="http://schemas.microsoft.com/office/drawing/2014/main" id="{50B933CC-80A6-B824-F2F4-B399EF774C38}"/>
                </a:ext>
              </a:extLst>
            </p:cNvPr>
            <p:cNvSpPr/>
            <p:nvPr/>
          </p:nvSpPr>
          <p:spPr>
            <a:xfrm>
              <a:off x="6481398" y="3494206"/>
              <a:ext cx="2724662" cy="1121089"/>
            </a:xfrm>
            <a:custGeom>
              <a:avLst/>
              <a:gdLst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549400 w 2689225"/>
                <a:gd name="connsiteY12" fmla="*/ 838064 h 1119057"/>
                <a:gd name="connsiteX13" fmla="*/ 1654175 w 2689225"/>
                <a:gd name="connsiteY13" fmla="*/ 825364 h 1119057"/>
                <a:gd name="connsiteX14" fmla="*/ 1822450 w 2689225"/>
                <a:gd name="connsiteY14" fmla="*/ 552314 h 1119057"/>
                <a:gd name="connsiteX15" fmla="*/ 1930400 w 2689225"/>
                <a:gd name="connsiteY15" fmla="*/ 339589 h 1119057"/>
                <a:gd name="connsiteX16" fmla="*/ 2133600 w 2689225"/>
                <a:gd name="connsiteY16" fmla="*/ 244339 h 1119057"/>
                <a:gd name="connsiteX17" fmla="*/ 2320925 w 2689225"/>
                <a:gd name="connsiteY17" fmla="*/ 501514 h 1119057"/>
                <a:gd name="connsiteX18" fmla="*/ 2689225 w 2689225"/>
                <a:gd name="connsiteY18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654175 w 2689225"/>
                <a:gd name="connsiteY12" fmla="*/ 825364 h 1119057"/>
                <a:gd name="connsiteX13" fmla="*/ 1822450 w 2689225"/>
                <a:gd name="connsiteY13" fmla="*/ 552314 h 1119057"/>
                <a:gd name="connsiteX14" fmla="*/ 1930400 w 2689225"/>
                <a:gd name="connsiteY14" fmla="*/ 339589 h 1119057"/>
                <a:gd name="connsiteX15" fmla="*/ 2133600 w 2689225"/>
                <a:gd name="connsiteY15" fmla="*/ 244339 h 1119057"/>
                <a:gd name="connsiteX16" fmla="*/ 2320925 w 2689225"/>
                <a:gd name="connsiteY16" fmla="*/ 501514 h 1119057"/>
                <a:gd name="connsiteX17" fmla="*/ 2689225 w 2689225"/>
                <a:gd name="connsiteY17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847725 w 2689225"/>
                <a:gd name="connsiteY4" fmla="*/ 218939 h 1119057"/>
                <a:gd name="connsiteX5" fmla="*/ 930275 w 2689225"/>
                <a:gd name="connsiteY5" fmla="*/ 72889 h 1119057"/>
                <a:gd name="connsiteX6" fmla="*/ 1095375 w 2689225"/>
                <a:gd name="connsiteY6" fmla="*/ 3039 h 1119057"/>
                <a:gd name="connsiteX7" fmla="*/ 1238250 w 2689225"/>
                <a:gd name="connsiteY7" fmla="*/ 168139 h 1119057"/>
                <a:gd name="connsiteX8" fmla="*/ 1336675 w 2689225"/>
                <a:gd name="connsiteY8" fmla="*/ 526914 h 1119057"/>
                <a:gd name="connsiteX9" fmla="*/ 1441450 w 2689225"/>
                <a:gd name="connsiteY9" fmla="*/ 777739 h 1119057"/>
                <a:gd name="connsiteX10" fmla="*/ 1527175 w 2689225"/>
                <a:gd name="connsiteY10" fmla="*/ 847589 h 1119057"/>
                <a:gd name="connsiteX11" fmla="*/ 1654175 w 2689225"/>
                <a:gd name="connsiteY11" fmla="*/ 825364 h 1119057"/>
                <a:gd name="connsiteX12" fmla="*/ 1822450 w 2689225"/>
                <a:gd name="connsiteY12" fmla="*/ 552314 h 1119057"/>
                <a:gd name="connsiteX13" fmla="*/ 1930400 w 2689225"/>
                <a:gd name="connsiteY13" fmla="*/ 339589 h 1119057"/>
                <a:gd name="connsiteX14" fmla="*/ 2133600 w 2689225"/>
                <a:gd name="connsiteY14" fmla="*/ 244339 h 1119057"/>
                <a:gd name="connsiteX15" fmla="*/ 2320925 w 2689225"/>
                <a:gd name="connsiteY15" fmla="*/ 501514 h 1119057"/>
                <a:gd name="connsiteX16" fmla="*/ 2689225 w 2689225"/>
                <a:gd name="connsiteY16" fmla="*/ 895214 h 1119057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1610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133600 w 2689225"/>
                <a:gd name="connsiteY12" fmla="*/ 244077 h 1118795"/>
                <a:gd name="connsiteX13" fmla="*/ 2320925 w 2689225"/>
                <a:gd name="connsiteY13" fmla="*/ 501252 h 1118795"/>
                <a:gd name="connsiteX14" fmla="*/ 2689225 w 2689225"/>
                <a:gd name="connsiteY14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320925 w 2689225"/>
                <a:gd name="connsiteY12" fmla="*/ 501252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1290 h 1119233"/>
                <a:gd name="connsiteX1" fmla="*/ 241300 w 2689225"/>
                <a:gd name="connsiteY1" fmla="*/ 1111290 h 1119233"/>
                <a:gd name="connsiteX2" fmla="*/ 415925 w 2689225"/>
                <a:gd name="connsiteY2" fmla="*/ 1028740 h 1119233"/>
                <a:gd name="connsiteX3" fmla="*/ 593725 w 2689225"/>
                <a:gd name="connsiteY3" fmla="*/ 816015 h 1119233"/>
                <a:gd name="connsiteX4" fmla="*/ 847725 w 2689225"/>
                <a:gd name="connsiteY4" fmla="*/ 219115 h 1119233"/>
                <a:gd name="connsiteX5" fmla="*/ 930275 w 2689225"/>
                <a:gd name="connsiteY5" fmla="*/ 68302 h 1119233"/>
                <a:gd name="connsiteX6" fmla="*/ 1095375 w 2689225"/>
                <a:gd name="connsiteY6" fmla="*/ 3215 h 1119233"/>
                <a:gd name="connsiteX7" fmla="*/ 1238250 w 2689225"/>
                <a:gd name="connsiteY7" fmla="*/ 168315 h 1119233"/>
                <a:gd name="connsiteX8" fmla="*/ 1336675 w 2689225"/>
                <a:gd name="connsiteY8" fmla="*/ 527090 h 1119233"/>
                <a:gd name="connsiteX9" fmla="*/ 1441450 w 2689225"/>
                <a:gd name="connsiteY9" fmla="*/ 777915 h 1119233"/>
                <a:gd name="connsiteX10" fmla="*/ 1654175 w 2689225"/>
                <a:gd name="connsiteY10" fmla="*/ 825540 h 1119233"/>
                <a:gd name="connsiteX11" fmla="*/ 1930400 w 2689225"/>
                <a:gd name="connsiteY11" fmla="*/ 333415 h 1119233"/>
                <a:gd name="connsiteX12" fmla="*/ 2286000 w 2689225"/>
                <a:gd name="connsiteY12" fmla="*/ 395328 h 1119233"/>
                <a:gd name="connsiteX13" fmla="*/ 2689225 w 2689225"/>
                <a:gd name="connsiteY13" fmla="*/ 895390 h 1119233"/>
                <a:gd name="connsiteX0" fmla="*/ 0 w 2689225"/>
                <a:gd name="connsiteY0" fmla="*/ 1110846 h 1118789"/>
                <a:gd name="connsiteX1" fmla="*/ 241300 w 2689225"/>
                <a:gd name="connsiteY1" fmla="*/ 1110846 h 1118789"/>
                <a:gd name="connsiteX2" fmla="*/ 415925 w 2689225"/>
                <a:gd name="connsiteY2" fmla="*/ 1028296 h 1118789"/>
                <a:gd name="connsiteX3" fmla="*/ 593725 w 2689225"/>
                <a:gd name="connsiteY3" fmla="*/ 815571 h 1118789"/>
                <a:gd name="connsiteX4" fmla="*/ 847725 w 2689225"/>
                <a:gd name="connsiteY4" fmla="*/ 218671 h 1118789"/>
                <a:gd name="connsiteX5" fmla="*/ 930275 w 2689225"/>
                <a:gd name="connsiteY5" fmla="*/ 67858 h 1118789"/>
                <a:gd name="connsiteX6" fmla="*/ 1095375 w 2689225"/>
                <a:gd name="connsiteY6" fmla="*/ 2771 h 1118789"/>
                <a:gd name="connsiteX7" fmla="*/ 1238250 w 2689225"/>
                <a:gd name="connsiteY7" fmla="*/ 167871 h 1118789"/>
                <a:gd name="connsiteX8" fmla="*/ 1336675 w 2689225"/>
                <a:gd name="connsiteY8" fmla="*/ 526646 h 1118789"/>
                <a:gd name="connsiteX9" fmla="*/ 1441450 w 2689225"/>
                <a:gd name="connsiteY9" fmla="*/ 777471 h 1118789"/>
                <a:gd name="connsiteX10" fmla="*/ 1654175 w 2689225"/>
                <a:gd name="connsiteY10" fmla="*/ 825096 h 1118789"/>
                <a:gd name="connsiteX11" fmla="*/ 1930400 w 2689225"/>
                <a:gd name="connsiteY11" fmla="*/ 332971 h 1118789"/>
                <a:gd name="connsiteX12" fmla="*/ 2286000 w 2689225"/>
                <a:gd name="connsiteY12" fmla="*/ 394884 h 1118789"/>
                <a:gd name="connsiteX13" fmla="*/ 2689225 w 2689225"/>
                <a:gd name="connsiteY13" fmla="*/ 894946 h 1118789"/>
                <a:gd name="connsiteX0" fmla="*/ 0 w 2689225"/>
                <a:gd name="connsiteY0" fmla="*/ 1111986 h 1119929"/>
                <a:gd name="connsiteX1" fmla="*/ 241300 w 2689225"/>
                <a:gd name="connsiteY1" fmla="*/ 1111986 h 1119929"/>
                <a:gd name="connsiteX2" fmla="*/ 415925 w 2689225"/>
                <a:gd name="connsiteY2" fmla="*/ 1029436 h 1119929"/>
                <a:gd name="connsiteX3" fmla="*/ 593725 w 2689225"/>
                <a:gd name="connsiteY3" fmla="*/ 816711 h 1119929"/>
                <a:gd name="connsiteX4" fmla="*/ 847725 w 2689225"/>
                <a:gd name="connsiteY4" fmla="*/ 219811 h 1119929"/>
                <a:gd name="connsiteX5" fmla="*/ 930275 w 2689225"/>
                <a:gd name="connsiteY5" fmla="*/ 68998 h 1119929"/>
                <a:gd name="connsiteX6" fmla="*/ 1095375 w 2689225"/>
                <a:gd name="connsiteY6" fmla="*/ 3911 h 1119929"/>
                <a:gd name="connsiteX7" fmla="*/ 1238250 w 2689225"/>
                <a:gd name="connsiteY7" fmla="*/ 169011 h 1119929"/>
                <a:gd name="connsiteX8" fmla="*/ 1336675 w 2689225"/>
                <a:gd name="connsiteY8" fmla="*/ 527786 h 1119929"/>
                <a:gd name="connsiteX9" fmla="*/ 1441450 w 2689225"/>
                <a:gd name="connsiteY9" fmla="*/ 778611 h 1119929"/>
                <a:gd name="connsiteX10" fmla="*/ 1654175 w 2689225"/>
                <a:gd name="connsiteY10" fmla="*/ 826236 h 1119929"/>
                <a:gd name="connsiteX11" fmla="*/ 1930400 w 2689225"/>
                <a:gd name="connsiteY11" fmla="*/ 334111 h 1119929"/>
                <a:gd name="connsiteX12" fmla="*/ 2286000 w 2689225"/>
                <a:gd name="connsiteY12" fmla="*/ 396024 h 1119929"/>
                <a:gd name="connsiteX13" fmla="*/ 2689225 w 2689225"/>
                <a:gd name="connsiteY13" fmla="*/ 896086 h 1119929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3027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2392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3146 h 1121089"/>
                <a:gd name="connsiteX1" fmla="*/ 241300 w 2689225"/>
                <a:gd name="connsiteY1" fmla="*/ 1113146 h 1121089"/>
                <a:gd name="connsiteX2" fmla="*/ 415925 w 2689225"/>
                <a:gd name="connsiteY2" fmla="*/ 1030596 h 1121089"/>
                <a:gd name="connsiteX3" fmla="*/ 593725 w 2689225"/>
                <a:gd name="connsiteY3" fmla="*/ 817871 h 1121089"/>
                <a:gd name="connsiteX4" fmla="*/ 847725 w 2689225"/>
                <a:gd name="connsiteY4" fmla="*/ 220971 h 1121089"/>
                <a:gd name="connsiteX5" fmla="*/ 923925 w 2689225"/>
                <a:gd name="connsiteY5" fmla="*/ 70158 h 1121089"/>
                <a:gd name="connsiteX6" fmla="*/ 1095375 w 2689225"/>
                <a:gd name="connsiteY6" fmla="*/ 5071 h 1121089"/>
                <a:gd name="connsiteX7" fmla="*/ 1238250 w 2689225"/>
                <a:gd name="connsiteY7" fmla="*/ 170171 h 1121089"/>
                <a:gd name="connsiteX8" fmla="*/ 1336675 w 2689225"/>
                <a:gd name="connsiteY8" fmla="*/ 528946 h 1121089"/>
                <a:gd name="connsiteX9" fmla="*/ 1441450 w 2689225"/>
                <a:gd name="connsiteY9" fmla="*/ 779771 h 1121089"/>
                <a:gd name="connsiteX10" fmla="*/ 1654175 w 2689225"/>
                <a:gd name="connsiteY10" fmla="*/ 827396 h 1121089"/>
                <a:gd name="connsiteX11" fmla="*/ 1930400 w 2689225"/>
                <a:gd name="connsiteY11" fmla="*/ 335271 h 1121089"/>
                <a:gd name="connsiteX12" fmla="*/ 2286000 w 2689225"/>
                <a:gd name="connsiteY12" fmla="*/ 397184 h 1121089"/>
                <a:gd name="connsiteX13" fmla="*/ 2689225 w 2689225"/>
                <a:gd name="connsiteY13" fmla="*/ 897246 h 112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89225" h="1121089">
                  <a:moveTo>
                    <a:pt x="0" y="1113146"/>
                  </a:moveTo>
                  <a:cubicBezTo>
                    <a:pt x="85989" y="1120025"/>
                    <a:pt x="171979" y="1126904"/>
                    <a:pt x="241300" y="1113146"/>
                  </a:cubicBezTo>
                  <a:cubicBezTo>
                    <a:pt x="310621" y="1099388"/>
                    <a:pt x="357188" y="1079808"/>
                    <a:pt x="415925" y="1030596"/>
                  </a:cubicBezTo>
                  <a:cubicBezTo>
                    <a:pt x="474663" y="981383"/>
                    <a:pt x="521758" y="952808"/>
                    <a:pt x="593725" y="817871"/>
                  </a:cubicBezTo>
                  <a:cubicBezTo>
                    <a:pt x="665692" y="682934"/>
                    <a:pt x="792692" y="345590"/>
                    <a:pt x="847725" y="220971"/>
                  </a:cubicBezTo>
                  <a:cubicBezTo>
                    <a:pt x="902758" y="96352"/>
                    <a:pt x="885824" y="126780"/>
                    <a:pt x="923925" y="70158"/>
                  </a:cubicBezTo>
                  <a:cubicBezTo>
                    <a:pt x="962026" y="13536"/>
                    <a:pt x="1042988" y="-11598"/>
                    <a:pt x="1095375" y="5071"/>
                  </a:cubicBezTo>
                  <a:cubicBezTo>
                    <a:pt x="1147762" y="21740"/>
                    <a:pt x="1193270" y="52697"/>
                    <a:pt x="1238250" y="170171"/>
                  </a:cubicBezTo>
                  <a:cubicBezTo>
                    <a:pt x="1283230" y="287645"/>
                    <a:pt x="1302808" y="427346"/>
                    <a:pt x="1336675" y="528946"/>
                  </a:cubicBezTo>
                  <a:cubicBezTo>
                    <a:pt x="1370542" y="630546"/>
                    <a:pt x="1382183" y="704629"/>
                    <a:pt x="1441450" y="779771"/>
                  </a:cubicBezTo>
                  <a:cubicBezTo>
                    <a:pt x="1500717" y="854913"/>
                    <a:pt x="1572683" y="901479"/>
                    <a:pt x="1654175" y="827396"/>
                  </a:cubicBezTo>
                  <a:cubicBezTo>
                    <a:pt x="1735667" y="753313"/>
                    <a:pt x="1855259" y="430786"/>
                    <a:pt x="1930400" y="335271"/>
                  </a:cubicBezTo>
                  <a:cubicBezTo>
                    <a:pt x="2005541" y="239756"/>
                    <a:pt x="2083329" y="161705"/>
                    <a:pt x="2286000" y="397184"/>
                  </a:cubicBezTo>
                  <a:cubicBezTo>
                    <a:pt x="2378604" y="505663"/>
                    <a:pt x="2551377" y="754635"/>
                    <a:pt x="2689225" y="897246"/>
                  </a:cubicBezTo>
                </a:path>
              </a:pathLst>
            </a:custGeom>
            <a:noFill/>
            <a:ln w="165100" cap="rnd">
              <a:gradFill>
                <a:gsLst>
                  <a:gs pos="55000">
                    <a:srgbClr val="FF0000"/>
                  </a:gs>
                  <a:gs pos="79000">
                    <a:srgbClr val="2577BB"/>
                  </a:gs>
                </a:gsLst>
                <a:lin ang="0" scaled="0"/>
              </a:gradFill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</a:t>
              </a:r>
            </a:p>
          </p:txBody>
        </p:sp>
      </p:grpSp>
      <p:pic>
        <p:nvPicPr>
          <p:cNvPr id="68" name="Image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488" y="1414350"/>
            <a:ext cx="3163970" cy="3457576"/>
          </a:xfrm>
          <a:prstGeom prst="rect">
            <a:avLst/>
          </a:prstGeom>
          <a:effectLst>
            <a:outerShdw blurRad="88900" dist="50800" dir="2700000" algn="tl" rotWithShape="0">
              <a:prstClr val="black">
                <a:alpha val="6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159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Ellipse 110">
            <a:extLst>
              <a:ext uri="{FF2B5EF4-FFF2-40B4-BE49-F238E27FC236}">
                <a16:creationId xmlns:a16="http://schemas.microsoft.com/office/drawing/2014/main" id="{FE43B5FE-9B0B-8CA6-6FE9-7268C7B21422}"/>
              </a:ext>
            </a:extLst>
          </p:cNvPr>
          <p:cNvSpPr/>
          <p:nvPr/>
        </p:nvSpPr>
        <p:spPr>
          <a:xfrm>
            <a:off x="4422748" y="1810778"/>
            <a:ext cx="513506" cy="513506"/>
          </a:xfrm>
          <a:prstGeom prst="ellipse">
            <a:avLst/>
          </a:prstGeom>
          <a:solidFill>
            <a:srgbClr val="2577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Ellipse 104">
            <a:extLst>
              <a:ext uri="{FF2B5EF4-FFF2-40B4-BE49-F238E27FC236}">
                <a16:creationId xmlns:a16="http://schemas.microsoft.com/office/drawing/2014/main" id="{8E593623-A685-3D36-86A4-BE9697F8DB1C}"/>
              </a:ext>
            </a:extLst>
          </p:cNvPr>
          <p:cNvSpPr/>
          <p:nvPr/>
        </p:nvSpPr>
        <p:spPr>
          <a:xfrm>
            <a:off x="4261153" y="164237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Ellipse 105">
            <a:extLst>
              <a:ext uri="{FF2B5EF4-FFF2-40B4-BE49-F238E27FC236}">
                <a16:creationId xmlns:a16="http://schemas.microsoft.com/office/drawing/2014/main" id="{8E593623-A685-3D36-86A4-BE9697F8DB1C}"/>
              </a:ext>
            </a:extLst>
          </p:cNvPr>
          <p:cNvSpPr/>
          <p:nvPr/>
        </p:nvSpPr>
        <p:spPr>
          <a:xfrm>
            <a:off x="4281116" y="2676613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Ellipse 106">
            <a:extLst>
              <a:ext uri="{FF2B5EF4-FFF2-40B4-BE49-F238E27FC236}">
                <a16:creationId xmlns:a16="http://schemas.microsoft.com/office/drawing/2014/main" id="{8E593623-A685-3D36-86A4-BE9697F8DB1C}"/>
              </a:ext>
            </a:extLst>
          </p:cNvPr>
          <p:cNvSpPr/>
          <p:nvPr/>
        </p:nvSpPr>
        <p:spPr>
          <a:xfrm>
            <a:off x="3778777" y="2125492"/>
            <a:ext cx="737676" cy="8842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3" name="Forme libre : forme 23">
            <a:extLst>
              <a:ext uri="{FF2B5EF4-FFF2-40B4-BE49-F238E27FC236}">
                <a16:creationId xmlns:a16="http://schemas.microsoft.com/office/drawing/2014/main" id="{50B933CC-80A6-B824-F2F4-B399EF774C38}"/>
              </a:ext>
            </a:extLst>
          </p:cNvPr>
          <p:cNvSpPr/>
          <p:nvPr/>
        </p:nvSpPr>
        <p:spPr>
          <a:xfrm>
            <a:off x="587750" y="2152696"/>
            <a:ext cx="936100" cy="1050931"/>
          </a:xfrm>
          <a:custGeom>
            <a:avLst/>
            <a:gdLst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549400 w 2689225"/>
              <a:gd name="connsiteY12" fmla="*/ 838064 h 1119057"/>
              <a:gd name="connsiteX13" fmla="*/ 1654175 w 2689225"/>
              <a:gd name="connsiteY13" fmla="*/ 825364 h 1119057"/>
              <a:gd name="connsiteX14" fmla="*/ 1822450 w 2689225"/>
              <a:gd name="connsiteY14" fmla="*/ 552314 h 1119057"/>
              <a:gd name="connsiteX15" fmla="*/ 1930400 w 2689225"/>
              <a:gd name="connsiteY15" fmla="*/ 339589 h 1119057"/>
              <a:gd name="connsiteX16" fmla="*/ 2133600 w 2689225"/>
              <a:gd name="connsiteY16" fmla="*/ 244339 h 1119057"/>
              <a:gd name="connsiteX17" fmla="*/ 2320925 w 2689225"/>
              <a:gd name="connsiteY17" fmla="*/ 501514 h 1119057"/>
              <a:gd name="connsiteX18" fmla="*/ 2689225 w 2689225"/>
              <a:gd name="connsiteY18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749300 w 2689225"/>
              <a:gd name="connsiteY4" fmla="*/ 434839 h 1119057"/>
              <a:gd name="connsiteX5" fmla="*/ 847725 w 2689225"/>
              <a:gd name="connsiteY5" fmla="*/ 218939 h 1119057"/>
              <a:gd name="connsiteX6" fmla="*/ 930275 w 2689225"/>
              <a:gd name="connsiteY6" fmla="*/ 72889 h 1119057"/>
              <a:gd name="connsiteX7" fmla="*/ 1095375 w 2689225"/>
              <a:gd name="connsiteY7" fmla="*/ 3039 h 1119057"/>
              <a:gd name="connsiteX8" fmla="*/ 1238250 w 2689225"/>
              <a:gd name="connsiteY8" fmla="*/ 168139 h 1119057"/>
              <a:gd name="connsiteX9" fmla="*/ 1336675 w 2689225"/>
              <a:gd name="connsiteY9" fmla="*/ 526914 h 1119057"/>
              <a:gd name="connsiteX10" fmla="*/ 1441450 w 2689225"/>
              <a:gd name="connsiteY10" fmla="*/ 777739 h 1119057"/>
              <a:gd name="connsiteX11" fmla="*/ 1527175 w 2689225"/>
              <a:gd name="connsiteY11" fmla="*/ 847589 h 1119057"/>
              <a:gd name="connsiteX12" fmla="*/ 1654175 w 2689225"/>
              <a:gd name="connsiteY12" fmla="*/ 825364 h 1119057"/>
              <a:gd name="connsiteX13" fmla="*/ 1822450 w 2689225"/>
              <a:gd name="connsiteY13" fmla="*/ 552314 h 1119057"/>
              <a:gd name="connsiteX14" fmla="*/ 1930400 w 2689225"/>
              <a:gd name="connsiteY14" fmla="*/ 339589 h 1119057"/>
              <a:gd name="connsiteX15" fmla="*/ 2133600 w 2689225"/>
              <a:gd name="connsiteY15" fmla="*/ 244339 h 1119057"/>
              <a:gd name="connsiteX16" fmla="*/ 2320925 w 2689225"/>
              <a:gd name="connsiteY16" fmla="*/ 501514 h 1119057"/>
              <a:gd name="connsiteX17" fmla="*/ 2689225 w 2689225"/>
              <a:gd name="connsiteY17" fmla="*/ 895214 h 1119057"/>
              <a:gd name="connsiteX0" fmla="*/ 0 w 2689225"/>
              <a:gd name="connsiteY0" fmla="*/ 1111114 h 1119057"/>
              <a:gd name="connsiteX1" fmla="*/ 241300 w 2689225"/>
              <a:gd name="connsiteY1" fmla="*/ 1111114 h 1119057"/>
              <a:gd name="connsiteX2" fmla="*/ 415925 w 2689225"/>
              <a:gd name="connsiteY2" fmla="*/ 1028564 h 1119057"/>
              <a:gd name="connsiteX3" fmla="*/ 593725 w 2689225"/>
              <a:gd name="connsiteY3" fmla="*/ 815839 h 1119057"/>
              <a:gd name="connsiteX4" fmla="*/ 847725 w 2689225"/>
              <a:gd name="connsiteY4" fmla="*/ 218939 h 1119057"/>
              <a:gd name="connsiteX5" fmla="*/ 930275 w 2689225"/>
              <a:gd name="connsiteY5" fmla="*/ 72889 h 1119057"/>
              <a:gd name="connsiteX6" fmla="*/ 1095375 w 2689225"/>
              <a:gd name="connsiteY6" fmla="*/ 3039 h 1119057"/>
              <a:gd name="connsiteX7" fmla="*/ 1238250 w 2689225"/>
              <a:gd name="connsiteY7" fmla="*/ 168139 h 1119057"/>
              <a:gd name="connsiteX8" fmla="*/ 1336675 w 2689225"/>
              <a:gd name="connsiteY8" fmla="*/ 526914 h 1119057"/>
              <a:gd name="connsiteX9" fmla="*/ 1441450 w 2689225"/>
              <a:gd name="connsiteY9" fmla="*/ 777739 h 1119057"/>
              <a:gd name="connsiteX10" fmla="*/ 1527175 w 2689225"/>
              <a:gd name="connsiteY10" fmla="*/ 847589 h 1119057"/>
              <a:gd name="connsiteX11" fmla="*/ 1654175 w 2689225"/>
              <a:gd name="connsiteY11" fmla="*/ 825364 h 1119057"/>
              <a:gd name="connsiteX12" fmla="*/ 1822450 w 2689225"/>
              <a:gd name="connsiteY12" fmla="*/ 552314 h 1119057"/>
              <a:gd name="connsiteX13" fmla="*/ 1930400 w 2689225"/>
              <a:gd name="connsiteY13" fmla="*/ 339589 h 1119057"/>
              <a:gd name="connsiteX14" fmla="*/ 2133600 w 2689225"/>
              <a:gd name="connsiteY14" fmla="*/ 244339 h 1119057"/>
              <a:gd name="connsiteX15" fmla="*/ 2320925 w 2689225"/>
              <a:gd name="connsiteY15" fmla="*/ 501514 h 1119057"/>
              <a:gd name="connsiteX16" fmla="*/ 2689225 w 2689225"/>
              <a:gd name="connsiteY16" fmla="*/ 895214 h 1119057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27175 w 2689225"/>
              <a:gd name="connsiteY10" fmla="*/ 8473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549400 w 2689225"/>
              <a:gd name="connsiteY10" fmla="*/ 860027 h 1118795"/>
              <a:gd name="connsiteX11" fmla="*/ 1654175 w 2689225"/>
              <a:gd name="connsiteY11" fmla="*/ 825102 h 1118795"/>
              <a:gd name="connsiteX12" fmla="*/ 1822450 w 2689225"/>
              <a:gd name="connsiteY12" fmla="*/ 552052 h 1118795"/>
              <a:gd name="connsiteX13" fmla="*/ 1930400 w 2689225"/>
              <a:gd name="connsiteY13" fmla="*/ 339327 h 1118795"/>
              <a:gd name="connsiteX14" fmla="*/ 2133600 w 2689225"/>
              <a:gd name="connsiteY14" fmla="*/ 244077 h 1118795"/>
              <a:gd name="connsiteX15" fmla="*/ 2320925 w 2689225"/>
              <a:gd name="connsiteY15" fmla="*/ 501252 h 1118795"/>
              <a:gd name="connsiteX16" fmla="*/ 2689225 w 2689225"/>
              <a:gd name="connsiteY16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2245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816100 w 2689225"/>
              <a:gd name="connsiteY11" fmla="*/ 552052 h 1118795"/>
              <a:gd name="connsiteX12" fmla="*/ 1930400 w 2689225"/>
              <a:gd name="connsiteY12" fmla="*/ 339327 h 1118795"/>
              <a:gd name="connsiteX13" fmla="*/ 2133600 w 2689225"/>
              <a:gd name="connsiteY13" fmla="*/ 244077 h 1118795"/>
              <a:gd name="connsiteX14" fmla="*/ 2320925 w 2689225"/>
              <a:gd name="connsiteY14" fmla="*/ 501252 h 1118795"/>
              <a:gd name="connsiteX15" fmla="*/ 2689225 w 2689225"/>
              <a:gd name="connsiteY15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133600 w 2689225"/>
              <a:gd name="connsiteY12" fmla="*/ 244077 h 1118795"/>
              <a:gd name="connsiteX13" fmla="*/ 2320925 w 2689225"/>
              <a:gd name="connsiteY13" fmla="*/ 501252 h 1118795"/>
              <a:gd name="connsiteX14" fmla="*/ 2689225 w 2689225"/>
              <a:gd name="connsiteY14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320925 w 2689225"/>
              <a:gd name="connsiteY12" fmla="*/ 501252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932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0852 h 1118795"/>
              <a:gd name="connsiteX1" fmla="*/ 241300 w 2689225"/>
              <a:gd name="connsiteY1" fmla="*/ 1110852 h 1118795"/>
              <a:gd name="connsiteX2" fmla="*/ 415925 w 2689225"/>
              <a:gd name="connsiteY2" fmla="*/ 1028302 h 1118795"/>
              <a:gd name="connsiteX3" fmla="*/ 593725 w 2689225"/>
              <a:gd name="connsiteY3" fmla="*/ 815577 h 1118795"/>
              <a:gd name="connsiteX4" fmla="*/ 847725 w 2689225"/>
              <a:gd name="connsiteY4" fmla="*/ 218677 h 1118795"/>
              <a:gd name="connsiteX5" fmla="*/ 930275 w 2689225"/>
              <a:gd name="connsiteY5" fmla="*/ 72627 h 1118795"/>
              <a:gd name="connsiteX6" fmla="*/ 1095375 w 2689225"/>
              <a:gd name="connsiteY6" fmla="*/ 2777 h 1118795"/>
              <a:gd name="connsiteX7" fmla="*/ 1238250 w 2689225"/>
              <a:gd name="connsiteY7" fmla="*/ 167877 h 1118795"/>
              <a:gd name="connsiteX8" fmla="*/ 1336675 w 2689225"/>
              <a:gd name="connsiteY8" fmla="*/ 526652 h 1118795"/>
              <a:gd name="connsiteX9" fmla="*/ 1441450 w 2689225"/>
              <a:gd name="connsiteY9" fmla="*/ 777477 h 1118795"/>
              <a:gd name="connsiteX10" fmla="*/ 1654175 w 2689225"/>
              <a:gd name="connsiteY10" fmla="*/ 825102 h 1118795"/>
              <a:gd name="connsiteX11" fmla="*/ 1930400 w 2689225"/>
              <a:gd name="connsiteY11" fmla="*/ 332977 h 1118795"/>
              <a:gd name="connsiteX12" fmla="*/ 2286000 w 2689225"/>
              <a:gd name="connsiteY12" fmla="*/ 394890 h 1118795"/>
              <a:gd name="connsiteX13" fmla="*/ 2689225 w 2689225"/>
              <a:gd name="connsiteY13" fmla="*/ 894952 h 1118795"/>
              <a:gd name="connsiteX0" fmla="*/ 0 w 2689225"/>
              <a:gd name="connsiteY0" fmla="*/ 1111290 h 1119233"/>
              <a:gd name="connsiteX1" fmla="*/ 241300 w 2689225"/>
              <a:gd name="connsiteY1" fmla="*/ 1111290 h 1119233"/>
              <a:gd name="connsiteX2" fmla="*/ 415925 w 2689225"/>
              <a:gd name="connsiteY2" fmla="*/ 1028740 h 1119233"/>
              <a:gd name="connsiteX3" fmla="*/ 593725 w 2689225"/>
              <a:gd name="connsiteY3" fmla="*/ 816015 h 1119233"/>
              <a:gd name="connsiteX4" fmla="*/ 847725 w 2689225"/>
              <a:gd name="connsiteY4" fmla="*/ 219115 h 1119233"/>
              <a:gd name="connsiteX5" fmla="*/ 930275 w 2689225"/>
              <a:gd name="connsiteY5" fmla="*/ 68302 h 1119233"/>
              <a:gd name="connsiteX6" fmla="*/ 1095375 w 2689225"/>
              <a:gd name="connsiteY6" fmla="*/ 3215 h 1119233"/>
              <a:gd name="connsiteX7" fmla="*/ 1238250 w 2689225"/>
              <a:gd name="connsiteY7" fmla="*/ 168315 h 1119233"/>
              <a:gd name="connsiteX8" fmla="*/ 1336675 w 2689225"/>
              <a:gd name="connsiteY8" fmla="*/ 527090 h 1119233"/>
              <a:gd name="connsiteX9" fmla="*/ 1441450 w 2689225"/>
              <a:gd name="connsiteY9" fmla="*/ 777915 h 1119233"/>
              <a:gd name="connsiteX10" fmla="*/ 1654175 w 2689225"/>
              <a:gd name="connsiteY10" fmla="*/ 825540 h 1119233"/>
              <a:gd name="connsiteX11" fmla="*/ 1930400 w 2689225"/>
              <a:gd name="connsiteY11" fmla="*/ 333415 h 1119233"/>
              <a:gd name="connsiteX12" fmla="*/ 2286000 w 2689225"/>
              <a:gd name="connsiteY12" fmla="*/ 395328 h 1119233"/>
              <a:gd name="connsiteX13" fmla="*/ 2689225 w 2689225"/>
              <a:gd name="connsiteY13" fmla="*/ 895390 h 1119233"/>
              <a:gd name="connsiteX0" fmla="*/ 0 w 2689225"/>
              <a:gd name="connsiteY0" fmla="*/ 1110846 h 1118789"/>
              <a:gd name="connsiteX1" fmla="*/ 241300 w 2689225"/>
              <a:gd name="connsiteY1" fmla="*/ 1110846 h 1118789"/>
              <a:gd name="connsiteX2" fmla="*/ 415925 w 2689225"/>
              <a:gd name="connsiteY2" fmla="*/ 1028296 h 1118789"/>
              <a:gd name="connsiteX3" fmla="*/ 593725 w 2689225"/>
              <a:gd name="connsiteY3" fmla="*/ 815571 h 1118789"/>
              <a:gd name="connsiteX4" fmla="*/ 847725 w 2689225"/>
              <a:gd name="connsiteY4" fmla="*/ 218671 h 1118789"/>
              <a:gd name="connsiteX5" fmla="*/ 930275 w 2689225"/>
              <a:gd name="connsiteY5" fmla="*/ 67858 h 1118789"/>
              <a:gd name="connsiteX6" fmla="*/ 1095375 w 2689225"/>
              <a:gd name="connsiteY6" fmla="*/ 2771 h 1118789"/>
              <a:gd name="connsiteX7" fmla="*/ 1238250 w 2689225"/>
              <a:gd name="connsiteY7" fmla="*/ 167871 h 1118789"/>
              <a:gd name="connsiteX8" fmla="*/ 1336675 w 2689225"/>
              <a:gd name="connsiteY8" fmla="*/ 526646 h 1118789"/>
              <a:gd name="connsiteX9" fmla="*/ 1441450 w 2689225"/>
              <a:gd name="connsiteY9" fmla="*/ 777471 h 1118789"/>
              <a:gd name="connsiteX10" fmla="*/ 1654175 w 2689225"/>
              <a:gd name="connsiteY10" fmla="*/ 825096 h 1118789"/>
              <a:gd name="connsiteX11" fmla="*/ 1930400 w 2689225"/>
              <a:gd name="connsiteY11" fmla="*/ 332971 h 1118789"/>
              <a:gd name="connsiteX12" fmla="*/ 2286000 w 2689225"/>
              <a:gd name="connsiteY12" fmla="*/ 394884 h 1118789"/>
              <a:gd name="connsiteX13" fmla="*/ 2689225 w 2689225"/>
              <a:gd name="connsiteY13" fmla="*/ 894946 h 1118789"/>
              <a:gd name="connsiteX0" fmla="*/ 0 w 2689225"/>
              <a:gd name="connsiteY0" fmla="*/ 1111986 h 1119929"/>
              <a:gd name="connsiteX1" fmla="*/ 241300 w 2689225"/>
              <a:gd name="connsiteY1" fmla="*/ 1111986 h 1119929"/>
              <a:gd name="connsiteX2" fmla="*/ 415925 w 2689225"/>
              <a:gd name="connsiteY2" fmla="*/ 1029436 h 1119929"/>
              <a:gd name="connsiteX3" fmla="*/ 593725 w 2689225"/>
              <a:gd name="connsiteY3" fmla="*/ 816711 h 1119929"/>
              <a:gd name="connsiteX4" fmla="*/ 847725 w 2689225"/>
              <a:gd name="connsiteY4" fmla="*/ 219811 h 1119929"/>
              <a:gd name="connsiteX5" fmla="*/ 930275 w 2689225"/>
              <a:gd name="connsiteY5" fmla="*/ 68998 h 1119929"/>
              <a:gd name="connsiteX6" fmla="*/ 1095375 w 2689225"/>
              <a:gd name="connsiteY6" fmla="*/ 3911 h 1119929"/>
              <a:gd name="connsiteX7" fmla="*/ 1238250 w 2689225"/>
              <a:gd name="connsiteY7" fmla="*/ 169011 h 1119929"/>
              <a:gd name="connsiteX8" fmla="*/ 1336675 w 2689225"/>
              <a:gd name="connsiteY8" fmla="*/ 527786 h 1119929"/>
              <a:gd name="connsiteX9" fmla="*/ 1441450 w 2689225"/>
              <a:gd name="connsiteY9" fmla="*/ 778611 h 1119929"/>
              <a:gd name="connsiteX10" fmla="*/ 1654175 w 2689225"/>
              <a:gd name="connsiteY10" fmla="*/ 826236 h 1119929"/>
              <a:gd name="connsiteX11" fmla="*/ 1930400 w 2689225"/>
              <a:gd name="connsiteY11" fmla="*/ 334111 h 1119929"/>
              <a:gd name="connsiteX12" fmla="*/ 2286000 w 2689225"/>
              <a:gd name="connsiteY12" fmla="*/ 396024 h 1119929"/>
              <a:gd name="connsiteX13" fmla="*/ 2689225 w 2689225"/>
              <a:gd name="connsiteY13" fmla="*/ 896086 h 1119929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3027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4040 h 1121983"/>
              <a:gd name="connsiteX1" fmla="*/ 241300 w 2689225"/>
              <a:gd name="connsiteY1" fmla="*/ 1114040 h 1121983"/>
              <a:gd name="connsiteX2" fmla="*/ 415925 w 2689225"/>
              <a:gd name="connsiteY2" fmla="*/ 1031490 h 1121983"/>
              <a:gd name="connsiteX3" fmla="*/ 593725 w 2689225"/>
              <a:gd name="connsiteY3" fmla="*/ 818765 h 1121983"/>
              <a:gd name="connsiteX4" fmla="*/ 847725 w 2689225"/>
              <a:gd name="connsiteY4" fmla="*/ 221865 h 1121983"/>
              <a:gd name="connsiteX5" fmla="*/ 923925 w 2689225"/>
              <a:gd name="connsiteY5" fmla="*/ 71052 h 1121983"/>
              <a:gd name="connsiteX6" fmla="*/ 1095375 w 2689225"/>
              <a:gd name="connsiteY6" fmla="*/ 5965 h 1121983"/>
              <a:gd name="connsiteX7" fmla="*/ 1238250 w 2689225"/>
              <a:gd name="connsiteY7" fmla="*/ 171065 h 1121983"/>
              <a:gd name="connsiteX8" fmla="*/ 1336675 w 2689225"/>
              <a:gd name="connsiteY8" fmla="*/ 529840 h 1121983"/>
              <a:gd name="connsiteX9" fmla="*/ 1441450 w 2689225"/>
              <a:gd name="connsiteY9" fmla="*/ 780665 h 1121983"/>
              <a:gd name="connsiteX10" fmla="*/ 1654175 w 2689225"/>
              <a:gd name="connsiteY10" fmla="*/ 828290 h 1121983"/>
              <a:gd name="connsiteX11" fmla="*/ 1930400 w 2689225"/>
              <a:gd name="connsiteY11" fmla="*/ 336165 h 1121983"/>
              <a:gd name="connsiteX12" fmla="*/ 2286000 w 2689225"/>
              <a:gd name="connsiteY12" fmla="*/ 398078 h 1121983"/>
              <a:gd name="connsiteX13" fmla="*/ 2689225 w 2689225"/>
              <a:gd name="connsiteY13" fmla="*/ 898140 h 1121983"/>
              <a:gd name="connsiteX0" fmla="*/ 0 w 2689225"/>
              <a:gd name="connsiteY0" fmla="*/ 1113146 h 1121089"/>
              <a:gd name="connsiteX1" fmla="*/ 241300 w 2689225"/>
              <a:gd name="connsiteY1" fmla="*/ 1113146 h 1121089"/>
              <a:gd name="connsiteX2" fmla="*/ 415925 w 2689225"/>
              <a:gd name="connsiteY2" fmla="*/ 1030596 h 1121089"/>
              <a:gd name="connsiteX3" fmla="*/ 593725 w 2689225"/>
              <a:gd name="connsiteY3" fmla="*/ 817871 h 1121089"/>
              <a:gd name="connsiteX4" fmla="*/ 847725 w 2689225"/>
              <a:gd name="connsiteY4" fmla="*/ 220971 h 1121089"/>
              <a:gd name="connsiteX5" fmla="*/ 923925 w 2689225"/>
              <a:gd name="connsiteY5" fmla="*/ 70158 h 1121089"/>
              <a:gd name="connsiteX6" fmla="*/ 1095375 w 2689225"/>
              <a:gd name="connsiteY6" fmla="*/ 5071 h 1121089"/>
              <a:gd name="connsiteX7" fmla="*/ 1238250 w 2689225"/>
              <a:gd name="connsiteY7" fmla="*/ 170171 h 1121089"/>
              <a:gd name="connsiteX8" fmla="*/ 1336675 w 2689225"/>
              <a:gd name="connsiteY8" fmla="*/ 528946 h 1121089"/>
              <a:gd name="connsiteX9" fmla="*/ 1441450 w 2689225"/>
              <a:gd name="connsiteY9" fmla="*/ 779771 h 1121089"/>
              <a:gd name="connsiteX10" fmla="*/ 1654175 w 2689225"/>
              <a:gd name="connsiteY10" fmla="*/ 827396 h 1121089"/>
              <a:gd name="connsiteX11" fmla="*/ 1930400 w 2689225"/>
              <a:gd name="connsiteY11" fmla="*/ 335271 h 1121089"/>
              <a:gd name="connsiteX12" fmla="*/ 2286000 w 2689225"/>
              <a:gd name="connsiteY12" fmla="*/ 397184 h 1121089"/>
              <a:gd name="connsiteX13" fmla="*/ 2689225 w 2689225"/>
              <a:gd name="connsiteY13" fmla="*/ 897246 h 1121089"/>
              <a:gd name="connsiteX0" fmla="*/ 0 w 2689225"/>
              <a:gd name="connsiteY0" fmla="*/ 1113146 h 1121089"/>
              <a:gd name="connsiteX1" fmla="*/ 241300 w 2689225"/>
              <a:gd name="connsiteY1" fmla="*/ 1113146 h 1121089"/>
              <a:gd name="connsiteX2" fmla="*/ 415925 w 2689225"/>
              <a:gd name="connsiteY2" fmla="*/ 1030596 h 1121089"/>
              <a:gd name="connsiteX3" fmla="*/ 593725 w 2689225"/>
              <a:gd name="connsiteY3" fmla="*/ 817871 h 1121089"/>
              <a:gd name="connsiteX4" fmla="*/ 847725 w 2689225"/>
              <a:gd name="connsiteY4" fmla="*/ 220971 h 1121089"/>
              <a:gd name="connsiteX5" fmla="*/ 923925 w 2689225"/>
              <a:gd name="connsiteY5" fmla="*/ 70158 h 1121089"/>
              <a:gd name="connsiteX6" fmla="*/ 1095375 w 2689225"/>
              <a:gd name="connsiteY6" fmla="*/ 5071 h 1121089"/>
              <a:gd name="connsiteX7" fmla="*/ 1238250 w 2689225"/>
              <a:gd name="connsiteY7" fmla="*/ 170171 h 1121089"/>
              <a:gd name="connsiteX8" fmla="*/ 1336675 w 2689225"/>
              <a:gd name="connsiteY8" fmla="*/ 528946 h 1121089"/>
              <a:gd name="connsiteX9" fmla="*/ 1441450 w 2689225"/>
              <a:gd name="connsiteY9" fmla="*/ 779771 h 1121089"/>
              <a:gd name="connsiteX10" fmla="*/ 1654175 w 2689225"/>
              <a:gd name="connsiteY10" fmla="*/ 827396 h 1121089"/>
              <a:gd name="connsiteX11" fmla="*/ 2286000 w 2689225"/>
              <a:gd name="connsiteY11" fmla="*/ 397184 h 1121089"/>
              <a:gd name="connsiteX12" fmla="*/ 2689225 w 2689225"/>
              <a:gd name="connsiteY12" fmla="*/ 897246 h 1121089"/>
              <a:gd name="connsiteX0" fmla="*/ 0 w 2286000"/>
              <a:gd name="connsiteY0" fmla="*/ 1113146 h 1121089"/>
              <a:gd name="connsiteX1" fmla="*/ 241300 w 2286000"/>
              <a:gd name="connsiteY1" fmla="*/ 1113146 h 1121089"/>
              <a:gd name="connsiteX2" fmla="*/ 415925 w 2286000"/>
              <a:gd name="connsiteY2" fmla="*/ 1030596 h 1121089"/>
              <a:gd name="connsiteX3" fmla="*/ 593725 w 2286000"/>
              <a:gd name="connsiteY3" fmla="*/ 817871 h 1121089"/>
              <a:gd name="connsiteX4" fmla="*/ 847725 w 2286000"/>
              <a:gd name="connsiteY4" fmla="*/ 220971 h 1121089"/>
              <a:gd name="connsiteX5" fmla="*/ 923925 w 2286000"/>
              <a:gd name="connsiteY5" fmla="*/ 70158 h 1121089"/>
              <a:gd name="connsiteX6" fmla="*/ 1095375 w 2286000"/>
              <a:gd name="connsiteY6" fmla="*/ 5071 h 1121089"/>
              <a:gd name="connsiteX7" fmla="*/ 1238250 w 2286000"/>
              <a:gd name="connsiteY7" fmla="*/ 170171 h 1121089"/>
              <a:gd name="connsiteX8" fmla="*/ 1336675 w 2286000"/>
              <a:gd name="connsiteY8" fmla="*/ 528946 h 1121089"/>
              <a:gd name="connsiteX9" fmla="*/ 1441450 w 2286000"/>
              <a:gd name="connsiteY9" fmla="*/ 779771 h 1121089"/>
              <a:gd name="connsiteX10" fmla="*/ 1654175 w 2286000"/>
              <a:gd name="connsiteY10" fmla="*/ 827396 h 1121089"/>
              <a:gd name="connsiteX11" fmla="*/ 2286000 w 2286000"/>
              <a:gd name="connsiteY11" fmla="*/ 397184 h 1121089"/>
              <a:gd name="connsiteX0" fmla="*/ 0 w 1654175"/>
              <a:gd name="connsiteY0" fmla="*/ 1113146 h 1121089"/>
              <a:gd name="connsiteX1" fmla="*/ 241300 w 1654175"/>
              <a:gd name="connsiteY1" fmla="*/ 1113146 h 1121089"/>
              <a:gd name="connsiteX2" fmla="*/ 415925 w 1654175"/>
              <a:gd name="connsiteY2" fmla="*/ 1030596 h 1121089"/>
              <a:gd name="connsiteX3" fmla="*/ 593725 w 1654175"/>
              <a:gd name="connsiteY3" fmla="*/ 817871 h 1121089"/>
              <a:gd name="connsiteX4" fmla="*/ 847725 w 1654175"/>
              <a:gd name="connsiteY4" fmla="*/ 220971 h 1121089"/>
              <a:gd name="connsiteX5" fmla="*/ 923925 w 1654175"/>
              <a:gd name="connsiteY5" fmla="*/ 70158 h 1121089"/>
              <a:gd name="connsiteX6" fmla="*/ 1095375 w 1654175"/>
              <a:gd name="connsiteY6" fmla="*/ 5071 h 1121089"/>
              <a:gd name="connsiteX7" fmla="*/ 1238250 w 1654175"/>
              <a:gd name="connsiteY7" fmla="*/ 170171 h 1121089"/>
              <a:gd name="connsiteX8" fmla="*/ 1336675 w 1654175"/>
              <a:gd name="connsiteY8" fmla="*/ 528946 h 1121089"/>
              <a:gd name="connsiteX9" fmla="*/ 1441450 w 1654175"/>
              <a:gd name="connsiteY9" fmla="*/ 779771 h 1121089"/>
              <a:gd name="connsiteX10" fmla="*/ 1654175 w 1654175"/>
              <a:gd name="connsiteY10" fmla="*/ 827396 h 1121089"/>
              <a:gd name="connsiteX0" fmla="*/ 0 w 1441450"/>
              <a:gd name="connsiteY0" fmla="*/ 1113146 h 1121089"/>
              <a:gd name="connsiteX1" fmla="*/ 241300 w 1441450"/>
              <a:gd name="connsiteY1" fmla="*/ 1113146 h 1121089"/>
              <a:gd name="connsiteX2" fmla="*/ 415925 w 1441450"/>
              <a:gd name="connsiteY2" fmla="*/ 1030596 h 1121089"/>
              <a:gd name="connsiteX3" fmla="*/ 593725 w 1441450"/>
              <a:gd name="connsiteY3" fmla="*/ 817871 h 1121089"/>
              <a:gd name="connsiteX4" fmla="*/ 847725 w 1441450"/>
              <a:gd name="connsiteY4" fmla="*/ 220971 h 1121089"/>
              <a:gd name="connsiteX5" fmla="*/ 923925 w 1441450"/>
              <a:gd name="connsiteY5" fmla="*/ 70158 h 1121089"/>
              <a:gd name="connsiteX6" fmla="*/ 1095375 w 1441450"/>
              <a:gd name="connsiteY6" fmla="*/ 5071 h 1121089"/>
              <a:gd name="connsiteX7" fmla="*/ 1238250 w 1441450"/>
              <a:gd name="connsiteY7" fmla="*/ 170171 h 1121089"/>
              <a:gd name="connsiteX8" fmla="*/ 1336675 w 1441450"/>
              <a:gd name="connsiteY8" fmla="*/ 528946 h 1121089"/>
              <a:gd name="connsiteX9" fmla="*/ 1441450 w 1441450"/>
              <a:gd name="connsiteY9" fmla="*/ 779771 h 1121089"/>
              <a:gd name="connsiteX0" fmla="*/ 0 w 1336675"/>
              <a:gd name="connsiteY0" fmla="*/ 1113146 h 1121089"/>
              <a:gd name="connsiteX1" fmla="*/ 241300 w 1336675"/>
              <a:gd name="connsiteY1" fmla="*/ 1113146 h 1121089"/>
              <a:gd name="connsiteX2" fmla="*/ 415925 w 1336675"/>
              <a:gd name="connsiteY2" fmla="*/ 1030596 h 1121089"/>
              <a:gd name="connsiteX3" fmla="*/ 593725 w 1336675"/>
              <a:gd name="connsiteY3" fmla="*/ 817871 h 1121089"/>
              <a:gd name="connsiteX4" fmla="*/ 847725 w 1336675"/>
              <a:gd name="connsiteY4" fmla="*/ 220971 h 1121089"/>
              <a:gd name="connsiteX5" fmla="*/ 923925 w 1336675"/>
              <a:gd name="connsiteY5" fmla="*/ 70158 h 1121089"/>
              <a:gd name="connsiteX6" fmla="*/ 1095375 w 1336675"/>
              <a:gd name="connsiteY6" fmla="*/ 5071 h 1121089"/>
              <a:gd name="connsiteX7" fmla="*/ 1238250 w 1336675"/>
              <a:gd name="connsiteY7" fmla="*/ 170171 h 1121089"/>
              <a:gd name="connsiteX8" fmla="*/ 1336675 w 1336675"/>
              <a:gd name="connsiteY8" fmla="*/ 528946 h 1121089"/>
              <a:gd name="connsiteX0" fmla="*/ 0 w 1238250"/>
              <a:gd name="connsiteY0" fmla="*/ 1113146 h 1121089"/>
              <a:gd name="connsiteX1" fmla="*/ 241300 w 1238250"/>
              <a:gd name="connsiteY1" fmla="*/ 1113146 h 1121089"/>
              <a:gd name="connsiteX2" fmla="*/ 415925 w 1238250"/>
              <a:gd name="connsiteY2" fmla="*/ 1030596 h 1121089"/>
              <a:gd name="connsiteX3" fmla="*/ 593725 w 1238250"/>
              <a:gd name="connsiteY3" fmla="*/ 817871 h 1121089"/>
              <a:gd name="connsiteX4" fmla="*/ 847725 w 1238250"/>
              <a:gd name="connsiteY4" fmla="*/ 220971 h 1121089"/>
              <a:gd name="connsiteX5" fmla="*/ 923925 w 1238250"/>
              <a:gd name="connsiteY5" fmla="*/ 70158 h 1121089"/>
              <a:gd name="connsiteX6" fmla="*/ 1095375 w 1238250"/>
              <a:gd name="connsiteY6" fmla="*/ 5071 h 1121089"/>
              <a:gd name="connsiteX7" fmla="*/ 1238250 w 1238250"/>
              <a:gd name="connsiteY7" fmla="*/ 170171 h 1121089"/>
              <a:gd name="connsiteX0" fmla="*/ 0 w 1095375"/>
              <a:gd name="connsiteY0" fmla="*/ 1113146 h 1121089"/>
              <a:gd name="connsiteX1" fmla="*/ 241300 w 1095375"/>
              <a:gd name="connsiteY1" fmla="*/ 1113146 h 1121089"/>
              <a:gd name="connsiteX2" fmla="*/ 415925 w 1095375"/>
              <a:gd name="connsiteY2" fmla="*/ 1030596 h 1121089"/>
              <a:gd name="connsiteX3" fmla="*/ 593725 w 1095375"/>
              <a:gd name="connsiteY3" fmla="*/ 817871 h 1121089"/>
              <a:gd name="connsiteX4" fmla="*/ 847725 w 1095375"/>
              <a:gd name="connsiteY4" fmla="*/ 220971 h 1121089"/>
              <a:gd name="connsiteX5" fmla="*/ 923925 w 1095375"/>
              <a:gd name="connsiteY5" fmla="*/ 70158 h 1121089"/>
              <a:gd name="connsiteX6" fmla="*/ 1095375 w 1095375"/>
              <a:gd name="connsiteY6" fmla="*/ 5071 h 1121089"/>
              <a:gd name="connsiteX0" fmla="*/ 0 w 923925"/>
              <a:gd name="connsiteY0" fmla="*/ 1042988 h 1050931"/>
              <a:gd name="connsiteX1" fmla="*/ 241300 w 923925"/>
              <a:gd name="connsiteY1" fmla="*/ 1042988 h 1050931"/>
              <a:gd name="connsiteX2" fmla="*/ 415925 w 923925"/>
              <a:gd name="connsiteY2" fmla="*/ 960438 h 1050931"/>
              <a:gd name="connsiteX3" fmla="*/ 593725 w 923925"/>
              <a:gd name="connsiteY3" fmla="*/ 747713 h 1050931"/>
              <a:gd name="connsiteX4" fmla="*/ 847725 w 923925"/>
              <a:gd name="connsiteY4" fmla="*/ 150813 h 1050931"/>
              <a:gd name="connsiteX5" fmla="*/ 923925 w 923925"/>
              <a:gd name="connsiteY5" fmla="*/ 0 h 1050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3925" h="1050931">
                <a:moveTo>
                  <a:pt x="0" y="1042988"/>
                </a:moveTo>
                <a:cubicBezTo>
                  <a:pt x="85989" y="1049867"/>
                  <a:pt x="171979" y="1056746"/>
                  <a:pt x="241300" y="1042988"/>
                </a:cubicBezTo>
                <a:cubicBezTo>
                  <a:pt x="310621" y="1029230"/>
                  <a:pt x="357188" y="1009650"/>
                  <a:pt x="415925" y="960438"/>
                </a:cubicBezTo>
                <a:cubicBezTo>
                  <a:pt x="474663" y="911225"/>
                  <a:pt x="521758" y="882650"/>
                  <a:pt x="593725" y="747713"/>
                </a:cubicBezTo>
                <a:cubicBezTo>
                  <a:pt x="665692" y="612776"/>
                  <a:pt x="792692" y="275432"/>
                  <a:pt x="847725" y="150813"/>
                </a:cubicBezTo>
                <a:cubicBezTo>
                  <a:pt x="902758" y="26194"/>
                  <a:pt x="885824" y="56622"/>
                  <a:pt x="923925" y="0"/>
                </a:cubicBezTo>
              </a:path>
            </a:pathLst>
          </a:custGeom>
          <a:solidFill>
            <a:schemeClr val="bg1"/>
          </a:solidFill>
          <a:ln w="387350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pic>
        <p:nvPicPr>
          <p:cNvPr id="124" name="Image 123">
            <a:extLst>
              <a:ext uri="{FF2B5EF4-FFF2-40B4-BE49-F238E27FC236}">
                <a16:creationId xmlns:a16="http://schemas.microsoft.com/office/drawing/2014/main" id="{9F4009E9-A3C4-8E57-5394-3E6AC3AB1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780" y="993674"/>
            <a:ext cx="4993057" cy="435901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50" y="856799"/>
            <a:ext cx="4712616" cy="363962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19775" y="-342900"/>
            <a:ext cx="762000" cy="10668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B2D12F71-23FF-577F-25A5-9502986BE617}"/>
              </a:ext>
            </a:extLst>
          </p:cNvPr>
          <p:cNvSpPr txBox="1"/>
          <p:nvPr/>
        </p:nvSpPr>
        <p:spPr>
          <a:xfrm>
            <a:off x="1547812" y="4496426"/>
            <a:ext cx="3388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7200" dirty="0" smtClean="0">
                <a:ln w="3175">
                  <a:solidFill>
                    <a:schemeClr val="bg1"/>
                  </a:solidFill>
                </a:ln>
                <a:latin typeface="Arial Rounded MT Bold" panose="020F0704030504030204" pitchFamily="34" charset="0"/>
              </a:rPr>
              <a:t>Studio</a:t>
            </a:r>
            <a:endParaRPr lang="fr-FR" sz="1200" dirty="0">
              <a:ln w="3175"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80517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e 43">
            <a:extLst>
              <a:ext uri="{FF2B5EF4-FFF2-40B4-BE49-F238E27FC236}">
                <a16:creationId xmlns:a16="http://schemas.microsoft.com/office/drawing/2014/main" id="{A540FA1A-B54C-CBE9-589B-38225AA8AF73}"/>
              </a:ext>
            </a:extLst>
          </p:cNvPr>
          <p:cNvGrpSpPr/>
          <p:nvPr/>
        </p:nvGrpSpPr>
        <p:grpSpPr>
          <a:xfrm>
            <a:off x="6318745" y="779620"/>
            <a:ext cx="4562610" cy="2806588"/>
            <a:chOff x="463315" y="340176"/>
            <a:chExt cx="4562610" cy="2806588"/>
          </a:xfrm>
        </p:grpSpPr>
        <p:sp>
          <p:nvSpPr>
            <p:cNvPr id="45" name="Forme libre : forme 164">
              <a:extLst>
                <a:ext uri="{FF2B5EF4-FFF2-40B4-BE49-F238E27FC236}">
                  <a16:creationId xmlns:a16="http://schemas.microsoft.com/office/drawing/2014/main" id="{98A5CF7A-E2B4-B1B3-A91F-C044D5CCB528}"/>
                </a:ext>
              </a:extLst>
            </p:cNvPr>
            <p:cNvSpPr/>
            <p:nvPr/>
          </p:nvSpPr>
          <p:spPr>
            <a:xfrm>
              <a:off x="608585" y="492548"/>
              <a:ext cx="4417340" cy="2501900"/>
            </a:xfrm>
            <a:custGeom>
              <a:avLst/>
              <a:gdLst>
                <a:gd name="connsiteX0" fmla="*/ 201078 w 4417340"/>
                <a:gd name="connsiteY0" fmla="*/ 0 h 2501900"/>
                <a:gd name="connsiteX1" fmla="*/ 3054356 w 4417340"/>
                <a:gd name="connsiteY1" fmla="*/ 0 h 2501900"/>
                <a:gd name="connsiteX2" fmla="*/ 3255434 w 4417340"/>
                <a:gd name="connsiteY2" fmla="*/ 201078 h 2501900"/>
                <a:gd name="connsiteX3" fmla="*/ 3255434 w 4417340"/>
                <a:gd name="connsiteY3" fmla="*/ 859213 h 2501900"/>
                <a:gd name="connsiteX4" fmla="*/ 3459729 w 4417340"/>
                <a:gd name="connsiteY4" fmla="*/ 1087460 h 2501900"/>
                <a:gd name="connsiteX5" fmla="*/ 3514649 w 4417340"/>
                <a:gd name="connsiteY5" fmla="*/ 1081924 h 2501900"/>
                <a:gd name="connsiteX6" fmla="*/ 3593722 w 4417340"/>
                <a:gd name="connsiteY6" fmla="*/ 1089895 h 2501900"/>
                <a:gd name="connsiteX7" fmla="*/ 3605912 w 4417340"/>
                <a:gd name="connsiteY7" fmla="*/ 1093679 h 2501900"/>
                <a:gd name="connsiteX8" fmla="*/ 3601411 w 4417340"/>
                <a:gd name="connsiteY8" fmla="*/ 1049221 h 2501900"/>
                <a:gd name="connsiteX9" fmla="*/ 3995934 w 4417340"/>
                <a:gd name="connsiteY9" fmla="*/ 656344 h 2501900"/>
                <a:gd name="connsiteX10" fmla="*/ 4390457 w 4417340"/>
                <a:gd name="connsiteY10" fmla="*/ 1049221 h 2501900"/>
                <a:gd name="connsiteX11" fmla="*/ 3995934 w 4417340"/>
                <a:gd name="connsiteY11" fmla="*/ 1442098 h 2501900"/>
                <a:gd name="connsiteX12" fmla="*/ 3916424 w 4417340"/>
                <a:gd name="connsiteY12" fmla="*/ 1434116 h 2501900"/>
                <a:gd name="connsiteX13" fmla="*/ 3902522 w 4417340"/>
                <a:gd name="connsiteY13" fmla="*/ 1429819 h 2501900"/>
                <a:gd name="connsiteX14" fmla="*/ 3907004 w 4417340"/>
                <a:gd name="connsiteY14" fmla="*/ 1474279 h 2501900"/>
                <a:gd name="connsiteX15" fmla="*/ 3903910 w 4417340"/>
                <a:gd name="connsiteY15" fmla="*/ 1504969 h 2501900"/>
                <a:gd name="connsiteX16" fmla="*/ 3945912 w 4417340"/>
                <a:gd name="connsiteY16" fmla="*/ 1491931 h 2501900"/>
                <a:gd name="connsiteX17" fmla="*/ 4024985 w 4417340"/>
                <a:gd name="connsiteY17" fmla="*/ 1483960 h 2501900"/>
                <a:gd name="connsiteX18" fmla="*/ 4417340 w 4417340"/>
                <a:gd name="connsiteY18" fmla="*/ 1876315 h 2501900"/>
                <a:gd name="connsiteX19" fmla="*/ 4024985 w 4417340"/>
                <a:gd name="connsiteY19" fmla="*/ 2268670 h 2501900"/>
                <a:gd name="connsiteX20" fmla="*/ 3632630 w 4417340"/>
                <a:gd name="connsiteY20" fmla="*/ 1876315 h 2501900"/>
                <a:gd name="connsiteX21" fmla="*/ 3635724 w 4417340"/>
                <a:gd name="connsiteY21" fmla="*/ 1845625 h 2501900"/>
                <a:gd name="connsiteX22" fmla="*/ 3593722 w 4417340"/>
                <a:gd name="connsiteY22" fmla="*/ 1858663 h 2501900"/>
                <a:gd name="connsiteX23" fmla="*/ 3514649 w 4417340"/>
                <a:gd name="connsiteY23" fmla="*/ 1866634 h 2501900"/>
                <a:gd name="connsiteX24" fmla="*/ 3295280 w 4417340"/>
                <a:gd name="connsiteY24" fmla="*/ 1799626 h 2501900"/>
                <a:gd name="connsiteX25" fmla="*/ 3255434 w 4417340"/>
                <a:gd name="connsiteY25" fmla="*/ 1766751 h 2501900"/>
                <a:gd name="connsiteX26" fmla="*/ 3255434 w 4417340"/>
                <a:gd name="connsiteY26" fmla="*/ 2300822 h 2501900"/>
                <a:gd name="connsiteX27" fmla="*/ 3054356 w 4417340"/>
                <a:gd name="connsiteY27" fmla="*/ 2501900 h 2501900"/>
                <a:gd name="connsiteX28" fmla="*/ 201078 w 4417340"/>
                <a:gd name="connsiteY28" fmla="*/ 2501900 h 2501900"/>
                <a:gd name="connsiteX29" fmla="*/ 0 w 4417340"/>
                <a:gd name="connsiteY29" fmla="*/ 2300822 h 2501900"/>
                <a:gd name="connsiteX30" fmla="*/ 0 w 4417340"/>
                <a:gd name="connsiteY30" fmla="*/ 201078 h 2501900"/>
                <a:gd name="connsiteX31" fmla="*/ 201078 w 4417340"/>
                <a:gd name="connsiteY31" fmla="*/ 0 h 2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340" h="2501900">
                  <a:moveTo>
                    <a:pt x="201078" y="0"/>
                  </a:moveTo>
                  <a:lnTo>
                    <a:pt x="3054356" y="0"/>
                  </a:lnTo>
                  <a:cubicBezTo>
                    <a:pt x="3165408" y="0"/>
                    <a:pt x="3255434" y="90026"/>
                    <a:pt x="3255434" y="201078"/>
                  </a:cubicBezTo>
                  <a:lnTo>
                    <a:pt x="3255434" y="859213"/>
                  </a:lnTo>
                  <a:lnTo>
                    <a:pt x="3459729" y="1087460"/>
                  </a:lnTo>
                  <a:lnTo>
                    <a:pt x="3514649" y="1081924"/>
                  </a:lnTo>
                  <a:cubicBezTo>
                    <a:pt x="3541735" y="1081924"/>
                    <a:pt x="3568181" y="1084669"/>
                    <a:pt x="3593722" y="1089895"/>
                  </a:cubicBezTo>
                  <a:lnTo>
                    <a:pt x="3605912" y="1093679"/>
                  </a:lnTo>
                  <a:lnTo>
                    <a:pt x="3601411" y="1049221"/>
                  </a:lnTo>
                  <a:cubicBezTo>
                    <a:pt x="3601411" y="832241"/>
                    <a:pt x="3778045" y="656344"/>
                    <a:pt x="3995934" y="656344"/>
                  </a:cubicBezTo>
                  <a:cubicBezTo>
                    <a:pt x="4213823" y="656344"/>
                    <a:pt x="4390457" y="832241"/>
                    <a:pt x="4390457" y="1049221"/>
                  </a:cubicBezTo>
                  <a:cubicBezTo>
                    <a:pt x="4390457" y="1266201"/>
                    <a:pt x="4213823" y="1442098"/>
                    <a:pt x="3995934" y="1442098"/>
                  </a:cubicBezTo>
                  <a:cubicBezTo>
                    <a:pt x="3968698" y="1442098"/>
                    <a:pt x="3942107" y="1439350"/>
                    <a:pt x="3916424" y="1434116"/>
                  </a:cubicBezTo>
                  <a:lnTo>
                    <a:pt x="3902522" y="1429819"/>
                  </a:lnTo>
                  <a:lnTo>
                    <a:pt x="3907004" y="1474279"/>
                  </a:lnTo>
                  <a:lnTo>
                    <a:pt x="3903910" y="1504969"/>
                  </a:lnTo>
                  <a:lnTo>
                    <a:pt x="3945912" y="1491931"/>
                  </a:lnTo>
                  <a:cubicBezTo>
                    <a:pt x="3971453" y="1486705"/>
                    <a:pt x="3997899" y="1483960"/>
                    <a:pt x="4024985" y="1483960"/>
                  </a:cubicBezTo>
                  <a:cubicBezTo>
                    <a:pt x="4241677" y="1483960"/>
                    <a:pt x="4417340" y="1659623"/>
                    <a:pt x="4417340" y="1876315"/>
                  </a:cubicBezTo>
                  <a:cubicBezTo>
                    <a:pt x="4417340" y="2093007"/>
                    <a:pt x="4241677" y="2268670"/>
                    <a:pt x="4024985" y="2268670"/>
                  </a:cubicBezTo>
                  <a:cubicBezTo>
                    <a:pt x="3808293" y="2268670"/>
                    <a:pt x="3632630" y="2093007"/>
                    <a:pt x="3632630" y="1876315"/>
                  </a:cubicBezTo>
                  <a:lnTo>
                    <a:pt x="3635724" y="1845625"/>
                  </a:lnTo>
                  <a:lnTo>
                    <a:pt x="3593722" y="1858663"/>
                  </a:lnTo>
                  <a:cubicBezTo>
                    <a:pt x="3568181" y="1863889"/>
                    <a:pt x="3541735" y="1866634"/>
                    <a:pt x="3514649" y="1866634"/>
                  </a:cubicBezTo>
                  <a:cubicBezTo>
                    <a:pt x="3433390" y="1866634"/>
                    <a:pt x="3357900" y="1841932"/>
                    <a:pt x="3295280" y="1799626"/>
                  </a:cubicBezTo>
                  <a:lnTo>
                    <a:pt x="3255434" y="1766751"/>
                  </a:lnTo>
                  <a:lnTo>
                    <a:pt x="3255434" y="2300822"/>
                  </a:lnTo>
                  <a:cubicBezTo>
                    <a:pt x="3255434" y="2411874"/>
                    <a:pt x="3165408" y="2501900"/>
                    <a:pt x="3054356" y="2501900"/>
                  </a:cubicBezTo>
                  <a:lnTo>
                    <a:pt x="201078" y="2501900"/>
                  </a:lnTo>
                  <a:cubicBezTo>
                    <a:pt x="90026" y="2501900"/>
                    <a:pt x="0" y="2411874"/>
                    <a:pt x="0" y="2300822"/>
                  </a:cubicBezTo>
                  <a:lnTo>
                    <a:pt x="0" y="201078"/>
                  </a:lnTo>
                  <a:cubicBezTo>
                    <a:pt x="0" y="90026"/>
                    <a:pt x="90026" y="0"/>
                    <a:pt x="20107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46" name="Forme libre : forme 165">
              <a:extLst>
                <a:ext uri="{FF2B5EF4-FFF2-40B4-BE49-F238E27FC236}">
                  <a16:creationId xmlns:a16="http://schemas.microsoft.com/office/drawing/2014/main" id="{FDDABDA5-AD82-DAC1-65E5-6EDAE6BA26FA}"/>
                </a:ext>
              </a:extLst>
            </p:cNvPr>
            <p:cNvSpPr/>
            <p:nvPr/>
          </p:nvSpPr>
          <p:spPr>
            <a:xfrm>
              <a:off x="600228" y="1419220"/>
              <a:ext cx="2724662" cy="1121089"/>
            </a:xfrm>
            <a:custGeom>
              <a:avLst/>
              <a:gdLst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549400 w 2689225"/>
                <a:gd name="connsiteY12" fmla="*/ 838064 h 1119057"/>
                <a:gd name="connsiteX13" fmla="*/ 1654175 w 2689225"/>
                <a:gd name="connsiteY13" fmla="*/ 825364 h 1119057"/>
                <a:gd name="connsiteX14" fmla="*/ 1822450 w 2689225"/>
                <a:gd name="connsiteY14" fmla="*/ 552314 h 1119057"/>
                <a:gd name="connsiteX15" fmla="*/ 1930400 w 2689225"/>
                <a:gd name="connsiteY15" fmla="*/ 339589 h 1119057"/>
                <a:gd name="connsiteX16" fmla="*/ 2133600 w 2689225"/>
                <a:gd name="connsiteY16" fmla="*/ 244339 h 1119057"/>
                <a:gd name="connsiteX17" fmla="*/ 2320925 w 2689225"/>
                <a:gd name="connsiteY17" fmla="*/ 501514 h 1119057"/>
                <a:gd name="connsiteX18" fmla="*/ 2689225 w 2689225"/>
                <a:gd name="connsiteY18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654175 w 2689225"/>
                <a:gd name="connsiteY12" fmla="*/ 825364 h 1119057"/>
                <a:gd name="connsiteX13" fmla="*/ 1822450 w 2689225"/>
                <a:gd name="connsiteY13" fmla="*/ 552314 h 1119057"/>
                <a:gd name="connsiteX14" fmla="*/ 1930400 w 2689225"/>
                <a:gd name="connsiteY14" fmla="*/ 339589 h 1119057"/>
                <a:gd name="connsiteX15" fmla="*/ 2133600 w 2689225"/>
                <a:gd name="connsiteY15" fmla="*/ 244339 h 1119057"/>
                <a:gd name="connsiteX16" fmla="*/ 2320925 w 2689225"/>
                <a:gd name="connsiteY16" fmla="*/ 501514 h 1119057"/>
                <a:gd name="connsiteX17" fmla="*/ 2689225 w 2689225"/>
                <a:gd name="connsiteY17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847725 w 2689225"/>
                <a:gd name="connsiteY4" fmla="*/ 218939 h 1119057"/>
                <a:gd name="connsiteX5" fmla="*/ 930275 w 2689225"/>
                <a:gd name="connsiteY5" fmla="*/ 72889 h 1119057"/>
                <a:gd name="connsiteX6" fmla="*/ 1095375 w 2689225"/>
                <a:gd name="connsiteY6" fmla="*/ 3039 h 1119057"/>
                <a:gd name="connsiteX7" fmla="*/ 1238250 w 2689225"/>
                <a:gd name="connsiteY7" fmla="*/ 168139 h 1119057"/>
                <a:gd name="connsiteX8" fmla="*/ 1336675 w 2689225"/>
                <a:gd name="connsiteY8" fmla="*/ 526914 h 1119057"/>
                <a:gd name="connsiteX9" fmla="*/ 1441450 w 2689225"/>
                <a:gd name="connsiteY9" fmla="*/ 777739 h 1119057"/>
                <a:gd name="connsiteX10" fmla="*/ 1527175 w 2689225"/>
                <a:gd name="connsiteY10" fmla="*/ 847589 h 1119057"/>
                <a:gd name="connsiteX11" fmla="*/ 1654175 w 2689225"/>
                <a:gd name="connsiteY11" fmla="*/ 825364 h 1119057"/>
                <a:gd name="connsiteX12" fmla="*/ 1822450 w 2689225"/>
                <a:gd name="connsiteY12" fmla="*/ 552314 h 1119057"/>
                <a:gd name="connsiteX13" fmla="*/ 1930400 w 2689225"/>
                <a:gd name="connsiteY13" fmla="*/ 339589 h 1119057"/>
                <a:gd name="connsiteX14" fmla="*/ 2133600 w 2689225"/>
                <a:gd name="connsiteY14" fmla="*/ 244339 h 1119057"/>
                <a:gd name="connsiteX15" fmla="*/ 2320925 w 2689225"/>
                <a:gd name="connsiteY15" fmla="*/ 501514 h 1119057"/>
                <a:gd name="connsiteX16" fmla="*/ 2689225 w 2689225"/>
                <a:gd name="connsiteY16" fmla="*/ 895214 h 1119057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1610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133600 w 2689225"/>
                <a:gd name="connsiteY12" fmla="*/ 244077 h 1118795"/>
                <a:gd name="connsiteX13" fmla="*/ 2320925 w 2689225"/>
                <a:gd name="connsiteY13" fmla="*/ 501252 h 1118795"/>
                <a:gd name="connsiteX14" fmla="*/ 2689225 w 2689225"/>
                <a:gd name="connsiteY14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320925 w 2689225"/>
                <a:gd name="connsiteY12" fmla="*/ 501252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1290 h 1119233"/>
                <a:gd name="connsiteX1" fmla="*/ 241300 w 2689225"/>
                <a:gd name="connsiteY1" fmla="*/ 1111290 h 1119233"/>
                <a:gd name="connsiteX2" fmla="*/ 415925 w 2689225"/>
                <a:gd name="connsiteY2" fmla="*/ 1028740 h 1119233"/>
                <a:gd name="connsiteX3" fmla="*/ 593725 w 2689225"/>
                <a:gd name="connsiteY3" fmla="*/ 816015 h 1119233"/>
                <a:gd name="connsiteX4" fmla="*/ 847725 w 2689225"/>
                <a:gd name="connsiteY4" fmla="*/ 219115 h 1119233"/>
                <a:gd name="connsiteX5" fmla="*/ 930275 w 2689225"/>
                <a:gd name="connsiteY5" fmla="*/ 68302 h 1119233"/>
                <a:gd name="connsiteX6" fmla="*/ 1095375 w 2689225"/>
                <a:gd name="connsiteY6" fmla="*/ 3215 h 1119233"/>
                <a:gd name="connsiteX7" fmla="*/ 1238250 w 2689225"/>
                <a:gd name="connsiteY7" fmla="*/ 168315 h 1119233"/>
                <a:gd name="connsiteX8" fmla="*/ 1336675 w 2689225"/>
                <a:gd name="connsiteY8" fmla="*/ 527090 h 1119233"/>
                <a:gd name="connsiteX9" fmla="*/ 1441450 w 2689225"/>
                <a:gd name="connsiteY9" fmla="*/ 777915 h 1119233"/>
                <a:gd name="connsiteX10" fmla="*/ 1654175 w 2689225"/>
                <a:gd name="connsiteY10" fmla="*/ 825540 h 1119233"/>
                <a:gd name="connsiteX11" fmla="*/ 1930400 w 2689225"/>
                <a:gd name="connsiteY11" fmla="*/ 333415 h 1119233"/>
                <a:gd name="connsiteX12" fmla="*/ 2286000 w 2689225"/>
                <a:gd name="connsiteY12" fmla="*/ 395328 h 1119233"/>
                <a:gd name="connsiteX13" fmla="*/ 2689225 w 2689225"/>
                <a:gd name="connsiteY13" fmla="*/ 895390 h 1119233"/>
                <a:gd name="connsiteX0" fmla="*/ 0 w 2689225"/>
                <a:gd name="connsiteY0" fmla="*/ 1110846 h 1118789"/>
                <a:gd name="connsiteX1" fmla="*/ 241300 w 2689225"/>
                <a:gd name="connsiteY1" fmla="*/ 1110846 h 1118789"/>
                <a:gd name="connsiteX2" fmla="*/ 415925 w 2689225"/>
                <a:gd name="connsiteY2" fmla="*/ 1028296 h 1118789"/>
                <a:gd name="connsiteX3" fmla="*/ 593725 w 2689225"/>
                <a:gd name="connsiteY3" fmla="*/ 815571 h 1118789"/>
                <a:gd name="connsiteX4" fmla="*/ 847725 w 2689225"/>
                <a:gd name="connsiteY4" fmla="*/ 218671 h 1118789"/>
                <a:gd name="connsiteX5" fmla="*/ 930275 w 2689225"/>
                <a:gd name="connsiteY5" fmla="*/ 67858 h 1118789"/>
                <a:gd name="connsiteX6" fmla="*/ 1095375 w 2689225"/>
                <a:gd name="connsiteY6" fmla="*/ 2771 h 1118789"/>
                <a:gd name="connsiteX7" fmla="*/ 1238250 w 2689225"/>
                <a:gd name="connsiteY7" fmla="*/ 167871 h 1118789"/>
                <a:gd name="connsiteX8" fmla="*/ 1336675 w 2689225"/>
                <a:gd name="connsiteY8" fmla="*/ 526646 h 1118789"/>
                <a:gd name="connsiteX9" fmla="*/ 1441450 w 2689225"/>
                <a:gd name="connsiteY9" fmla="*/ 777471 h 1118789"/>
                <a:gd name="connsiteX10" fmla="*/ 1654175 w 2689225"/>
                <a:gd name="connsiteY10" fmla="*/ 825096 h 1118789"/>
                <a:gd name="connsiteX11" fmla="*/ 1930400 w 2689225"/>
                <a:gd name="connsiteY11" fmla="*/ 332971 h 1118789"/>
                <a:gd name="connsiteX12" fmla="*/ 2286000 w 2689225"/>
                <a:gd name="connsiteY12" fmla="*/ 394884 h 1118789"/>
                <a:gd name="connsiteX13" fmla="*/ 2689225 w 2689225"/>
                <a:gd name="connsiteY13" fmla="*/ 894946 h 1118789"/>
                <a:gd name="connsiteX0" fmla="*/ 0 w 2689225"/>
                <a:gd name="connsiteY0" fmla="*/ 1111986 h 1119929"/>
                <a:gd name="connsiteX1" fmla="*/ 241300 w 2689225"/>
                <a:gd name="connsiteY1" fmla="*/ 1111986 h 1119929"/>
                <a:gd name="connsiteX2" fmla="*/ 415925 w 2689225"/>
                <a:gd name="connsiteY2" fmla="*/ 1029436 h 1119929"/>
                <a:gd name="connsiteX3" fmla="*/ 593725 w 2689225"/>
                <a:gd name="connsiteY3" fmla="*/ 816711 h 1119929"/>
                <a:gd name="connsiteX4" fmla="*/ 847725 w 2689225"/>
                <a:gd name="connsiteY4" fmla="*/ 219811 h 1119929"/>
                <a:gd name="connsiteX5" fmla="*/ 930275 w 2689225"/>
                <a:gd name="connsiteY5" fmla="*/ 68998 h 1119929"/>
                <a:gd name="connsiteX6" fmla="*/ 1095375 w 2689225"/>
                <a:gd name="connsiteY6" fmla="*/ 3911 h 1119929"/>
                <a:gd name="connsiteX7" fmla="*/ 1238250 w 2689225"/>
                <a:gd name="connsiteY7" fmla="*/ 169011 h 1119929"/>
                <a:gd name="connsiteX8" fmla="*/ 1336675 w 2689225"/>
                <a:gd name="connsiteY8" fmla="*/ 527786 h 1119929"/>
                <a:gd name="connsiteX9" fmla="*/ 1441450 w 2689225"/>
                <a:gd name="connsiteY9" fmla="*/ 778611 h 1119929"/>
                <a:gd name="connsiteX10" fmla="*/ 1654175 w 2689225"/>
                <a:gd name="connsiteY10" fmla="*/ 826236 h 1119929"/>
                <a:gd name="connsiteX11" fmla="*/ 1930400 w 2689225"/>
                <a:gd name="connsiteY11" fmla="*/ 334111 h 1119929"/>
                <a:gd name="connsiteX12" fmla="*/ 2286000 w 2689225"/>
                <a:gd name="connsiteY12" fmla="*/ 396024 h 1119929"/>
                <a:gd name="connsiteX13" fmla="*/ 2689225 w 2689225"/>
                <a:gd name="connsiteY13" fmla="*/ 896086 h 1119929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3027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2392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3146 h 1121089"/>
                <a:gd name="connsiteX1" fmla="*/ 241300 w 2689225"/>
                <a:gd name="connsiteY1" fmla="*/ 1113146 h 1121089"/>
                <a:gd name="connsiteX2" fmla="*/ 415925 w 2689225"/>
                <a:gd name="connsiteY2" fmla="*/ 1030596 h 1121089"/>
                <a:gd name="connsiteX3" fmla="*/ 593725 w 2689225"/>
                <a:gd name="connsiteY3" fmla="*/ 817871 h 1121089"/>
                <a:gd name="connsiteX4" fmla="*/ 847725 w 2689225"/>
                <a:gd name="connsiteY4" fmla="*/ 220971 h 1121089"/>
                <a:gd name="connsiteX5" fmla="*/ 923925 w 2689225"/>
                <a:gd name="connsiteY5" fmla="*/ 70158 h 1121089"/>
                <a:gd name="connsiteX6" fmla="*/ 1095375 w 2689225"/>
                <a:gd name="connsiteY6" fmla="*/ 5071 h 1121089"/>
                <a:gd name="connsiteX7" fmla="*/ 1238250 w 2689225"/>
                <a:gd name="connsiteY7" fmla="*/ 170171 h 1121089"/>
                <a:gd name="connsiteX8" fmla="*/ 1336675 w 2689225"/>
                <a:gd name="connsiteY8" fmla="*/ 528946 h 1121089"/>
                <a:gd name="connsiteX9" fmla="*/ 1441450 w 2689225"/>
                <a:gd name="connsiteY9" fmla="*/ 779771 h 1121089"/>
                <a:gd name="connsiteX10" fmla="*/ 1654175 w 2689225"/>
                <a:gd name="connsiteY10" fmla="*/ 827396 h 1121089"/>
                <a:gd name="connsiteX11" fmla="*/ 1930400 w 2689225"/>
                <a:gd name="connsiteY11" fmla="*/ 335271 h 1121089"/>
                <a:gd name="connsiteX12" fmla="*/ 2286000 w 2689225"/>
                <a:gd name="connsiteY12" fmla="*/ 397184 h 1121089"/>
                <a:gd name="connsiteX13" fmla="*/ 2689225 w 2689225"/>
                <a:gd name="connsiteY13" fmla="*/ 897246 h 112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89225" h="1121089">
                  <a:moveTo>
                    <a:pt x="0" y="1113146"/>
                  </a:moveTo>
                  <a:cubicBezTo>
                    <a:pt x="85989" y="1120025"/>
                    <a:pt x="171979" y="1126904"/>
                    <a:pt x="241300" y="1113146"/>
                  </a:cubicBezTo>
                  <a:cubicBezTo>
                    <a:pt x="310621" y="1099388"/>
                    <a:pt x="357188" y="1079808"/>
                    <a:pt x="415925" y="1030596"/>
                  </a:cubicBezTo>
                  <a:cubicBezTo>
                    <a:pt x="474663" y="981383"/>
                    <a:pt x="521758" y="952808"/>
                    <a:pt x="593725" y="817871"/>
                  </a:cubicBezTo>
                  <a:cubicBezTo>
                    <a:pt x="665692" y="682934"/>
                    <a:pt x="792692" y="345590"/>
                    <a:pt x="847725" y="220971"/>
                  </a:cubicBezTo>
                  <a:cubicBezTo>
                    <a:pt x="902758" y="96352"/>
                    <a:pt x="885824" y="126780"/>
                    <a:pt x="923925" y="70158"/>
                  </a:cubicBezTo>
                  <a:cubicBezTo>
                    <a:pt x="962026" y="13536"/>
                    <a:pt x="1042988" y="-11598"/>
                    <a:pt x="1095375" y="5071"/>
                  </a:cubicBezTo>
                  <a:cubicBezTo>
                    <a:pt x="1147762" y="21740"/>
                    <a:pt x="1193270" y="52697"/>
                    <a:pt x="1238250" y="170171"/>
                  </a:cubicBezTo>
                  <a:cubicBezTo>
                    <a:pt x="1283230" y="287645"/>
                    <a:pt x="1302808" y="427346"/>
                    <a:pt x="1336675" y="528946"/>
                  </a:cubicBezTo>
                  <a:cubicBezTo>
                    <a:pt x="1370542" y="630546"/>
                    <a:pt x="1382183" y="704629"/>
                    <a:pt x="1441450" y="779771"/>
                  </a:cubicBezTo>
                  <a:cubicBezTo>
                    <a:pt x="1500717" y="854913"/>
                    <a:pt x="1572683" y="901479"/>
                    <a:pt x="1654175" y="827396"/>
                  </a:cubicBezTo>
                  <a:cubicBezTo>
                    <a:pt x="1735667" y="753313"/>
                    <a:pt x="1855259" y="430786"/>
                    <a:pt x="1930400" y="335271"/>
                  </a:cubicBezTo>
                  <a:cubicBezTo>
                    <a:pt x="2005541" y="239756"/>
                    <a:pt x="2083329" y="161705"/>
                    <a:pt x="2286000" y="397184"/>
                  </a:cubicBezTo>
                  <a:cubicBezTo>
                    <a:pt x="2378604" y="505663"/>
                    <a:pt x="2551377" y="754635"/>
                    <a:pt x="2689225" y="897246"/>
                  </a:cubicBezTo>
                </a:path>
              </a:pathLst>
            </a:custGeom>
            <a:noFill/>
            <a:ln w="130175">
              <a:gradFill>
                <a:gsLst>
                  <a:gs pos="55000">
                    <a:srgbClr val="FF0000"/>
                  </a:gs>
                  <a:gs pos="79000">
                    <a:srgbClr val="2577BB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</a:t>
              </a:r>
            </a:p>
          </p:txBody>
        </p:sp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3A90CAA4-9386-5166-E76C-25B4CB8BD5FE}"/>
                </a:ext>
              </a:extLst>
            </p:cNvPr>
            <p:cNvGrpSpPr/>
            <p:nvPr/>
          </p:nvGrpSpPr>
          <p:grpSpPr>
            <a:xfrm>
              <a:off x="2849172" y="1016417"/>
              <a:ext cx="1996864" cy="1615104"/>
              <a:chOff x="5920938" y="2182282"/>
              <a:chExt cx="1996864" cy="1615104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E57FDD04-8177-EA23-BE85-2720007983A5}"/>
                  </a:ext>
                </a:extLst>
              </p:cNvPr>
              <p:cNvSpPr/>
              <p:nvPr/>
            </p:nvSpPr>
            <p:spPr>
              <a:xfrm rot="2652461">
                <a:off x="7193491" y="3272240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1B48247-F645-E9EF-1BA2-9E38CF1B2665}"/>
                  </a:ext>
                </a:extLst>
              </p:cNvPr>
              <p:cNvSpPr/>
              <p:nvPr/>
            </p:nvSpPr>
            <p:spPr>
              <a:xfrm rot="18861597">
                <a:off x="7126707" y="2899831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51" name="Groupe 50">
                <a:extLst>
                  <a:ext uri="{FF2B5EF4-FFF2-40B4-BE49-F238E27FC236}">
                    <a16:creationId xmlns:a16="http://schemas.microsoft.com/office/drawing/2014/main" id="{E4ADFD85-08D9-B9E9-5E1D-EC3C7654E68F}"/>
                  </a:ext>
                </a:extLst>
              </p:cNvPr>
              <p:cNvGrpSpPr/>
              <p:nvPr/>
            </p:nvGrpSpPr>
            <p:grpSpPr>
              <a:xfrm>
                <a:off x="5920938" y="2182282"/>
                <a:ext cx="1996864" cy="1615104"/>
                <a:chOff x="5920938" y="2182282"/>
                <a:chExt cx="1996864" cy="1615104"/>
              </a:xfrm>
            </p:grpSpPr>
            <p:sp>
              <p:nvSpPr>
                <p:cNvPr id="52" name="Ellipse 51">
                  <a:extLst>
                    <a:ext uri="{FF2B5EF4-FFF2-40B4-BE49-F238E27FC236}">
                      <a16:creationId xmlns:a16="http://schemas.microsoft.com/office/drawing/2014/main" id="{95B44749-1B7E-E5A6-D2CC-415FC8655280}"/>
                    </a:ext>
                  </a:extLst>
                </p:cNvPr>
                <p:cNvSpPr/>
                <p:nvPr/>
              </p:nvSpPr>
              <p:spPr>
                <a:xfrm>
                  <a:off x="6354234" y="2182282"/>
                  <a:ext cx="399600" cy="397933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53" name="Ellipse 52">
                  <a:extLst>
                    <a:ext uri="{FF2B5EF4-FFF2-40B4-BE49-F238E27FC236}">
                      <a16:creationId xmlns:a16="http://schemas.microsoft.com/office/drawing/2014/main" id="{63BB4DA8-555E-196D-8FF6-71B5E31A1106}"/>
                    </a:ext>
                  </a:extLst>
                </p:cNvPr>
                <p:cNvSpPr/>
                <p:nvPr/>
              </p:nvSpPr>
              <p:spPr>
                <a:xfrm>
                  <a:off x="7480827" y="2502022"/>
                  <a:ext cx="409047" cy="407341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4" name="Ellipse 53">
                  <a:extLst>
                    <a:ext uri="{FF2B5EF4-FFF2-40B4-BE49-F238E27FC236}">
                      <a16:creationId xmlns:a16="http://schemas.microsoft.com/office/drawing/2014/main" id="{E2FA86AC-0C3B-4479-EF1A-646C8C871BC4}"/>
                    </a:ext>
                  </a:extLst>
                </p:cNvPr>
                <p:cNvSpPr/>
                <p:nvPr/>
              </p:nvSpPr>
              <p:spPr>
                <a:xfrm>
                  <a:off x="7511002" y="3329387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5" name="Ellipse 54">
                  <a:extLst>
                    <a:ext uri="{FF2B5EF4-FFF2-40B4-BE49-F238E27FC236}">
                      <a16:creationId xmlns:a16="http://schemas.microsoft.com/office/drawing/2014/main" id="{0195B742-D404-8F86-1F1B-FB6704232AEC}"/>
                    </a:ext>
                  </a:extLst>
                </p:cNvPr>
                <p:cNvSpPr/>
                <p:nvPr/>
              </p:nvSpPr>
              <p:spPr>
                <a:xfrm>
                  <a:off x="7000666" y="2927351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A8E0BF92-2394-05E6-65A1-543F4010B622}"/>
                    </a:ext>
                  </a:extLst>
                </p:cNvPr>
                <p:cNvSpPr/>
                <p:nvPr/>
              </p:nvSpPr>
              <p:spPr>
                <a:xfrm>
                  <a:off x="6327982" y="3390586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2BDB9464-377D-8A94-C6E5-B5633BEFA524}"/>
                    </a:ext>
                  </a:extLst>
                </p:cNvPr>
                <p:cNvSpPr/>
                <p:nvPr/>
              </p:nvSpPr>
              <p:spPr>
                <a:xfrm rot="2890174">
                  <a:off x="6450539" y="2751248"/>
                  <a:ext cx="926528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153C5381-02BD-F757-8D52-45C60FE28478}"/>
                    </a:ext>
                  </a:extLst>
                </p:cNvPr>
                <p:cNvSpPr/>
                <p:nvPr/>
              </p:nvSpPr>
              <p:spPr>
                <a:xfrm rot="18912334">
                  <a:off x="5920938" y="2656779"/>
                  <a:ext cx="659362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 </a:t>
                  </a:r>
                </a:p>
              </p:txBody>
            </p:sp>
          </p:grpSp>
        </p:grpSp>
        <p:sp>
          <p:nvSpPr>
            <p:cNvPr id="48" name="Forme libre : forme 177">
              <a:extLst>
                <a:ext uri="{FF2B5EF4-FFF2-40B4-BE49-F238E27FC236}">
                  <a16:creationId xmlns:a16="http://schemas.microsoft.com/office/drawing/2014/main" id="{4FEF59F9-B7C7-029A-893F-B9B4DF7BEB4A}"/>
                </a:ext>
              </a:extLst>
            </p:cNvPr>
            <p:cNvSpPr/>
            <p:nvPr/>
          </p:nvSpPr>
          <p:spPr>
            <a:xfrm>
              <a:off x="463315" y="340176"/>
              <a:ext cx="3543794" cy="2806588"/>
            </a:xfrm>
            <a:custGeom>
              <a:avLst/>
              <a:gdLst>
                <a:gd name="connsiteX0" fmla="*/ 293934 w 3543794"/>
                <a:gd name="connsiteY0" fmla="*/ 0 h 2806588"/>
                <a:gd name="connsiteX1" fmla="*/ 3249860 w 3543794"/>
                <a:gd name="connsiteY1" fmla="*/ 0 h 2806588"/>
                <a:gd name="connsiteX2" fmla="*/ 3543794 w 3543794"/>
                <a:gd name="connsiteY2" fmla="*/ 293934 h 2806588"/>
                <a:gd name="connsiteX3" fmla="*/ 3543794 w 3543794"/>
                <a:gd name="connsiteY3" fmla="*/ 1172555 h 2806588"/>
                <a:gd name="connsiteX4" fmla="*/ 3400811 w 3543794"/>
                <a:gd name="connsiteY4" fmla="*/ 1012808 h 2806588"/>
                <a:gd name="connsiteX5" fmla="*/ 3400811 w 3543794"/>
                <a:gd name="connsiteY5" fmla="*/ 353422 h 2806588"/>
                <a:gd name="connsiteX6" fmla="*/ 3199733 w 3543794"/>
                <a:gd name="connsiteY6" fmla="*/ 152344 h 2806588"/>
                <a:gd name="connsiteX7" fmla="*/ 346455 w 3543794"/>
                <a:gd name="connsiteY7" fmla="*/ 152344 h 2806588"/>
                <a:gd name="connsiteX8" fmla="*/ 145377 w 3543794"/>
                <a:gd name="connsiteY8" fmla="*/ 353422 h 2806588"/>
                <a:gd name="connsiteX9" fmla="*/ 145377 w 3543794"/>
                <a:gd name="connsiteY9" fmla="*/ 2453166 h 2806588"/>
                <a:gd name="connsiteX10" fmla="*/ 346455 w 3543794"/>
                <a:gd name="connsiteY10" fmla="*/ 2654244 h 2806588"/>
                <a:gd name="connsiteX11" fmla="*/ 3199733 w 3543794"/>
                <a:gd name="connsiteY11" fmla="*/ 2654244 h 2806588"/>
                <a:gd name="connsiteX12" fmla="*/ 3400811 w 3543794"/>
                <a:gd name="connsiteY12" fmla="*/ 2453166 h 2806588"/>
                <a:gd name="connsiteX13" fmla="*/ 3400811 w 3543794"/>
                <a:gd name="connsiteY13" fmla="*/ 1920315 h 2806588"/>
                <a:gd name="connsiteX14" fmla="*/ 3440550 w 3543794"/>
                <a:gd name="connsiteY14" fmla="*/ 1953102 h 2806588"/>
                <a:gd name="connsiteX15" fmla="*/ 3507197 w 3543794"/>
                <a:gd name="connsiteY15" fmla="*/ 1989277 h 2806588"/>
                <a:gd name="connsiteX16" fmla="*/ 3543794 w 3543794"/>
                <a:gd name="connsiteY16" fmla="*/ 2000637 h 2806588"/>
                <a:gd name="connsiteX17" fmla="*/ 3543794 w 3543794"/>
                <a:gd name="connsiteY17" fmla="*/ 2512654 h 2806588"/>
                <a:gd name="connsiteX18" fmla="*/ 3249860 w 3543794"/>
                <a:gd name="connsiteY18" fmla="*/ 2806588 h 2806588"/>
                <a:gd name="connsiteX19" fmla="*/ 293934 w 3543794"/>
                <a:gd name="connsiteY19" fmla="*/ 2806588 h 2806588"/>
                <a:gd name="connsiteX20" fmla="*/ 0 w 3543794"/>
                <a:gd name="connsiteY20" fmla="*/ 2512654 h 2806588"/>
                <a:gd name="connsiteX21" fmla="*/ 0 w 3543794"/>
                <a:gd name="connsiteY21" fmla="*/ 293934 h 2806588"/>
                <a:gd name="connsiteX22" fmla="*/ 293934 w 3543794"/>
                <a:gd name="connsiteY22" fmla="*/ 0 h 280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43794" h="2806588">
                  <a:moveTo>
                    <a:pt x="293934" y="0"/>
                  </a:moveTo>
                  <a:lnTo>
                    <a:pt x="3249860" y="0"/>
                  </a:lnTo>
                  <a:cubicBezTo>
                    <a:pt x="3412195" y="0"/>
                    <a:pt x="3543794" y="131599"/>
                    <a:pt x="3543794" y="293934"/>
                  </a:cubicBezTo>
                  <a:lnTo>
                    <a:pt x="3543794" y="1172555"/>
                  </a:lnTo>
                  <a:lnTo>
                    <a:pt x="3400811" y="1012808"/>
                  </a:lnTo>
                  <a:lnTo>
                    <a:pt x="3400811" y="353422"/>
                  </a:lnTo>
                  <a:cubicBezTo>
                    <a:pt x="3400811" y="242370"/>
                    <a:pt x="3310785" y="152344"/>
                    <a:pt x="3199733" y="152344"/>
                  </a:cubicBezTo>
                  <a:lnTo>
                    <a:pt x="346455" y="152344"/>
                  </a:lnTo>
                  <a:cubicBezTo>
                    <a:pt x="235403" y="152344"/>
                    <a:pt x="145377" y="242370"/>
                    <a:pt x="145377" y="353422"/>
                  </a:cubicBezTo>
                  <a:lnTo>
                    <a:pt x="145377" y="2453166"/>
                  </a:lnTo>
                  <a:cubicBezTo>
                    <a:pt x="145377" y="2564218"/>
                    <a:pt x="235403" y="2654244"/>
                    <a:pt x="346455" y="2654244"/>
                  </a:cubicBezTo>
                  <a:lnTo>
                    <a:pt x="3199733" y="2654244"/>
                  </a:lnTo>
                  <a:cubicBezTo>
                    <a:pt x="3310785" y="2654244"/>
                    <a:pt x="3400811" y="2564218"/>
                    <a:pt x="3400811" y="2453166"/>
                  </a:cubicBezTo>
                  <a:lnTo>
                    <a:pt x="3400811" y="1920315"/>
                  </a:lnTo>
                  <a:lnTo>
                    <a:pt x="3440550" y="1953102"/>
                  </a:lnTo>
                  <a:cubicBezTo>
                    <a:pt x="3461423" y="1967204"/>
                    <a:pt x="3483726" y="1979350"/>
                    <a:pt x="3507197" y="1989277"/>
                  </a:cubicBezTo>
                  <a:lnTo>
                    <a:pt x="3543794" y="2000637"/>
                  </a:lnTo>
                  <a:lnTo>
                    <a:pt x="3543794" y="2512654"/>
                  </a:lnTo>
                  <a:cubicBezTo>
                    <a:pt x="3543794" y="2674989"/>
                    <a:pt x="3412195" y="2806588"/>
                    <a:pt x="3249860" y="2806588"/>
                  </a:cubicBezTo>
                  <a:lnTo>
                    <a:pt x="293934" y="2806588"/>
                  </a:lnTo>
                  <a:cubicBezTo>
                    <a:pt x="131599" y="2806588"/>
                    <a:pt x="0" y="2674989"/>
                    <a:pt x="0" y="2512654"/>
                  </a:cubicBezTo>
                  <a:lnTo>
                    <a:pt x="0" y="293934"/>
                  </a:lnTo>
                  <a:cubicBezTo>
                    <a:pt x="0" y="131599"/>
                    <a:pt x="131599" y="0"/>
                    <a:pt x="29393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F1F510A7-9097-F708-E6B4-611F12AF5393}"/>
              </a:ext>
            </a:extLst>
          </p:cNvPr>
          <p:cNvGrpSpPr/>
          <p:nvPr/>
        </p:nvGrpSpPr>
        <p:grpSpPr>
          <a:xfrm>
            <a:off x="-150520" y="3015287"/>
            <a:ext cx="4739764" cy="1569660"/>
            <a:chOff x="5562993" y="4234319"/>
            <a:chExt cx="4739764" cy="1569660"/>
          </a:xfrm>
        </p:grpSpPr>
        <p:sp>
          <p:nvSpPr>
            <p:cNvPr id="60" name="ZoneTexte 59">
              <a:extLst>
                <a:ext uri="{FF2B5EF4-FFF2-40B4-BE49-F238E27FC236}">
                  <a16:creationId xmlns:a16="http://schemas.microsoft.com/office/drawing/2014/main" id="{87BCB81B-8106-AC9C-B601-7CB4AA31CCB5}"/>
                </a:ext>
              </a:extLst>
            </p:cNvPr>
            <p:cNvSpPr txBox="1"/>
            <p:nvPr/>
          </p:nvSpPr>
          <p:spPr>
            <a:xfrm>
              <a:off x="7993840" y="4234319"/>
              <a:ext cx="116428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600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9600" dirty="0">
                <a:ln w="3175">
                  <a:solidFill>
                    <a:schemeClr val="bg1"/>
                  </a:solidFill>
                </a:ln>
                <a:latin typeface="Arial Rounded MT Bold" panose="020F0704030504030204" pitchFamily="34" charset="0"/>
              </a:endParaRPr>
            </a:p>
          </p:txBody>
        </p:sp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B2D12F71-23FF-577F-25A5-9502986BE617}"/>
                </a:ext>
              </a:extLst>
            </p:cNvPr>
            <p:cNvSpPr txBox="1"/>
            <p:nvPr/>
          </p:nvSpPr>
          <p:spPr>
            <a:xfrm>
              <a:off x="5562993" y="4297698"/>
              <a:ext cx="2616965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fr-FR" sz="8800" dirty="0" smtClean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</a:t>
              </a:r>
              <a:endParaRPr lang="fr-FR" sz="1600" dirty="0">
                <a:ln w="3175">
                  <a:solidFill>
                    <a:schemeClr val="bg1"/>
                  </a:solidFill>
                </a:ln>
                <a:solidFill>
                  <a:srgbClr val="2577BB"/>
                </a:solidFill>
              </a:endParaRP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65F52336-7B63-EE66-C3DC-ABA0B1DDFE98}"/>
                </a:ext>
              </a:extLst>
            </p:cNvPr>
            <p:cNvSpPr txBox="1"/>
            <p:nvPr/>
          </p:nvSpPr>
          <p:spPr>
            <a:xfrm>
              <a:off x="8732190" y="4325531"/>
              <a:ext cx="1570567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8800" dirty="0" smtClean="0">
                  <a:ln w="3175">
                    <a:solidFill>
                      <a:schemeClr val="bg1"/>
                    </a:solidFill>
                  </a:ln>
                  <a:latin typeface="Arial Rounded MT Bold" panose="020F0704030504030204" pitchFamily="34" charset="0"/>
                </a:rPr>
                <a:t>a</a:t>
              </a:r>
              <a:endParaRPr lang="fr-FR" sz="1600" dirty="0">
                <a:ln w="3175">
                  <a:solidFill>
                    <a:schemeClr val="bg1"/>
                  </a:solidFill>
                </a:ln>
              </a:endParaRPr>
            </a:p>
          </p:txBody>
        </p: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B2D12F71-23FF-577F-25A5-9502986BE617}"/>
              </a:ext>
            </a:extLst>
          </p:cNvPr>
          <p:cNvSpPr txBox="1"/>
          <p:nvPr/>
        </p:nvSpPr>
        <p:spPr>
          <a:xfrm>
            <a:off x="6518338" y="3138415"/>
            <a:ext cx="3388442" cy="120032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fr-FR" sz="7200" dirty="0" smtClean="0">
                <a:ln w="22225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 Rounded MT Bold" panose="020F0704030504030204" pitchFamily="34" charset="0"/>
              </a:rPr>
              <a:t>Studio</a:t>
            </a:r>
            <a:endParaRPr lang="fr-FR" sz="1200" dirty="0">
              <a:ln w="22225">
                <a:solidFill>
                  <a:schemeClr val="bg1"/>
                </a:solidFill>
              </a:ln>
              <a:solidFill>
                <a:srgbClr val="FF0000"/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</a:endParaRPr>
          </a:p>
        </p:txBody>
      </p:sp>
      <p:pic>
        <p:nvPicPr>
          <p:cNvPr id="78" name="Image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6" y="490997"/>
            <a:ext cx="571742" cy="440995"/>
          </a:xfrm>
          <a:prstGeom prst="rect">
            <a:avLst/>
          </a:prstGeom>
        </p:spPr>
      </p:pic>
      <p:pic>
        <p:nvPicPr>
          <p:cNvPr id="79" name="Image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112" y="1135244"/>
            <a:ext cx="2791130" cy="1038164"/>
          </a:xfrm>
          <a:prstGeom prst="rect">
            <a:avLst/>
          </a:prstGeom>
        </p:spPr>
      </p:pic>
      <p:pic>
        <p:nvPicPr>
          <p:cNvPr id="84" name="Image 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929" y="839321"/>
            <a:ext cx="2570713" cy="84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92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0562F1-EE98-8492-9917-300798047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36">
            <a:extLst>
              <a:ext uri="{FF2B5EF4-FFF2-40B4-BE49-F238E27FC236}">
                <a16:creationId xmlns:a16="http://schemas.microsoft.com/office/drawing/2014/main" id="{0A44C5BE-FE50-C9CF-CD6C-7A9B890027FF}"/>
              </a:ext>
            </a:extLst>
          </p:cNvPr>
          <p:cNvSpPr/>
          <p:nvPr/>
        </p:nvSpPr>
        <p:spPr>
          <a:xfrm>
            <a:off x="6145485" y="0"/>
            <a:ext cx="6081219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2" name="Image 111">
            <a:extLst>
              <a:ext uri="{FF2B5EF4-FFF2-40B4-BE49-F238E27FC236}">
                <a16:creationId xmlns:a16="http://schemas.microsoft.com/office/drawing/2014/main" id="{347D092F-D840-ECAB-DF50-D04DC61A3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691" y="4781897"/>
            <a:ext cx="273427" cy="221755"/>
          </a:xfrm>
          <a:prstGeom prst="rect">
            <a:avLst/>
          </a:prstGeom>
        </p:spPr>
      </p:pic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E65B0B5C-0E3E-8894-AD36-D153E8DEA673}"/>
              </a:ext>
            </a:extLst>
          </p:cNvPr>
          <p:cNvGrpSpPr/>
          <p:nvPr/>
        </p:nvGrpSpPr>
        <p:grpSpPr>
          <a:xfrm>
            <a:off x="6913760" y="2813943"/>
            <a:ext cx="4993880" cy="1862048"/>
            <a:chOff x="5562993" y="4114780"/>
            <a:chExt cx="4993880" cy="1862048"/>
          </a:xfrm>
        </p:grpSpPr>
        <p:sp>
          <p:nvSpPr>
            <p:cNvPr id="114" name="ZoneTexte 113">
              <a:extLst>
                <a:ext uri="{FF2B5EF4-FFF2-40B4-BE49-F238E27FC236}">
                  <a16:creationId xmlns:a16="http://schemas.microsoft.com/office/drawing/2014/main" id="{1F19034F-BCBF-A132-3CA9-943C1F34AFE8}"/>
                </a:ext>
              </a:extLst>
            </p:cNvPr>
            <p:cNvSpPr txBox="1"/>
            <p:nvPr/>
          </p:nvSpPr>
          <p:spPr>
            <a:xfrm>
              <a:off x="7974150" y="4114780"/>
              <a:ext cx="1164287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500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11500" dirty="0">
                <a:ln w="3175">
                  <a:solidFill>
                    <a:schemeClr val="bg1"/>
                  </a:solidFill>
                </a:ln>
                <a:latin typeface="Arial Rounded MT Bold" panose="020F0704030504030204" pitchFamily="34" charset="0"/>
              </a:endParaRPr>
            </a:p>
          </p:txBody>
        </p:sp>
        <p:sp>
          <p:nvSpPr>
            <p:cNvPr id="115" name="ZoneTexte 114">
              <a:extLst>
                <a:ext uri="{FF2B5EF4-FFF2-40B4-BE49-F238E27FC236}">
                  <a16:creationId xmlns:a16="http://schemas.microsoft.com/office/drawing/2014/main" id="{B72AF76A-B72E-3DAB-D114-0721F81ADFA1}"/>
                </a:ext>
              </a:extLst>
            </p:cNvPr>
            <p:cNvSpPr txBox="1"/>
            <p:nvPr/>
          </p:nvSpPr>
          <p:spPr>
            <a:xfrm>
              <a:off x="5562993" y="4297698"/>
              <a:ext cx="2616965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9600" dirty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nirs</a:t>
              </a:r>
              <a:endParaRPr lang="fr-FR" dirty="0">
                <a:ln w="3175">
                  <a:solidFill>
                    <a:schemeClr val="bg1"/>
                  </a:solidFill>
                </a:ln>
                <a:solidFill>
                  <a:srgbClr val="2577BB"/>
                </a:solidFill>
              </a:endParaRPr>
            </a:p>
          </p:txBody>
        </p:sp>
        <p:sp>
          <p:nvSpPr>
            <p:cNvPr id="116" name="ZoneTexte 115">
              <a:extLst>
                <a:ext uri="{FF2B5EF4-FFF2-40B4-BE49-F238E27FC236}">
                  <a16:creationId xmlns:a16="http://schemas.microsoft.com/office/drawing/2014/main" id="{AF3A0DD9-D6B6-D40A-3403-ED778C64314B}"/>
                </a:ext>
              </a:extLst>
            </p:cNvPr>
            <p:cNvSpPr txBox="1"/>
            <p:nvPr/>
          </p:nvSpPr>
          <p:spPr>
            <a:xfrm>
              <a:off x="8986306" y="4297698"/>
              <a:ext cx="1570567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9600" dirty="0">
                  <a:ln w="3175">
                    <a:solidFill>
                      <a:schemeClr val="bg1"/>
                    </a:solidFill>
                  </a:ln>
                  <a:latin typeface="Arial Rounded MT Bold" panose="020F0704030504030204" pitchFamily="34" charset="0"/>
                </a:rPr>
                <a:t>all</a:t>
              </a:r>
              <a:endParaRPr lang="fr-FR" dirty="0">
                <a:ln w="3175">
                  <a:solidFill>
                    <a:schemeClr val="bg1"/>
                  </a:solidFill>
                </a:ln>
              </a:endParaRPr>
            </a:p>
          </p:txBody>
        </p:sp>
      </p:grpSp>
      <p:pic>
        <p:nvPicPr>
          <p:cNvPr id="162" name="Image 161">
            <a:extLst>
              <a:ext uri="{FF2B5EF4-FFF2-40B4-BE49-F238E27FC236}">
                <a16:creationId xmlns:a16="http://schemas.microsoft.com/office/drawing/2014/main" id="{25B11EFA-F250-DFC2-D1AE-070B01955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68" y="4701859"/>
            <a:ext cx="1195271" cy="981747"/>
          </a:xfrm>
          <a:prstGeom prst="rect">
            <a:avLst/>
          </a:prstGeom>
        </p:spPr>
      </p:pic>
      <p:pic>
        <p:nvPicPr>
          <p:cNvPr id="163" name="Image 162">
            <a:extLst>
              <a:ext uri="{FF2B5EF4-FFF2-40B4-BE49-F238E27FC236}">
                <a16:creationId xmlns:a16="http://schemas.microsoft.com/office/drawing/2014/main" id="{2A7085AE-F981-86E8-624C-94957C522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891" y="4878720"/>
            <a:ext cx="273427" cy="221755"/>
          </a:xfrm>
          <a:prstGeom prst="rect">
            <a:avLst/>
          </a:prstGeom>
        </p:spPr>
      </p:pic>
      <p:pic>
        <p:nvPicPr>
          <p:cNvPr id="164" name="Image 163">
            <a:extLst>
              <a:ext uri="{FF2B5EF4-FFF2-40B4-BE49-F238E27FC236}">
                <a16:creationId xmlns:a16="http://schemas.microsoft.com/office/drawing/2014/main" id="{97D13E82-D8D8-E898-5C37-4FF16802C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468" y="4798682"/>
            <a:ext cx="1195271" cy="981747"/>
          </a:xfrm>
          <a:prstGeom prst="rect">
            <a:avLst/>
          </a:prstGeom>
        </p:spPr>
      </p:pic>
      <p:grpSp>
        <p:nvGrpSpPr>
          <p:cNvPr id="179" name="Groupe 178">
            <a:extLst>
              <a:ext uri="{FF2B5EF4-FFF2-40B4-BE49-F238E27FC236}">
                <a16:creationId xmlns:a16="http://schemas.microsoft.com/office/drawing/2014/main" id="{6A0835A3-CE4E-1FBF-2E92-A114765CB548}"/>
              </a:ext>
            </a:extLst>
          </p:cNvPr>
          <p:cNvGrpSpPr/>
          <p:nvPr/>
        </p:nvGrpSpPr>
        <p:grpSpPr>
          <a:xfrm>
            <a:off x="463315" y="340176"/>
            <a:ext cx="4562610" cy="2806588"/>
            <a:chOff x="463315" y="340176"/>
            <a:chExt cx="4562610" cy="2806588"/>
          </a:xfrm>
        </p:grpSpPr>
        <p:sp>
          <p:nvSpPr>
            <p:cNvPr id="165" name="Forme libre : forme 164">
              <a:extLst>
                <a:ext uri="{FF2B5EF4-FFF2-40B4-BE49-F238E27FC236}">
                  <a16:creationId xmlns:a16="http://schemas.microsoft.com/office/drawing/2014/main" id="{3E35B228-E435-A7AA-A8A6-3324ACAA0835}"/>
                </a:ext>
              </a:extLst>
            </p:cNvPr>
            <p:cNvSpPr/>
            <p:nvPr/>
          </p:nvSpPr>
          <p:spPr>
            <a:xfrm>
              <a:off x="608585" y="492548"/>
              <a:ext cx="4417340" cy="2501900"/>
            </a:xfrm>
            <a:custGeom>
              <a:avLst/>
              <a:gdLst>
                <a:gd name="connsiteX0" fmla="*/ 201078 w 4417340"/>
                <a:gd name="connsiteY0" fmla="*/ 0 h 2501900"/>
                <a:gd name="connsiteX1" fmla="*/ 3054356 w 4417340"/>
                <a:gd name="connsiteY1" fmla="*/ 0 h 2501900"/>
                <a:gd name="connsiteX2" fmla="*/ 3255434 w 4417340"/>
                <a:gd name="connsiteY2" fmla="*/ 201078 h 2501900"/>
                <a:gd name="connsiteX3" fmla="*/ 3255434 w 4417340"/>
                <a:gd name="connsiteY3" fmla="*/ 859213 h 2501900"/>
                <a:gd name="connsiteX4" fmla="*/ 3459729 w 4417340"/>
                <a:gd name="connsiteY4" fmla="*/ 1087460 h 2501900"/>
                <a:gd name="connsiteX5" fmla="*/ 3514649 w 4417340"/>
                <a:gd name="connsiteY5" fmla="*/ 1081924 h 2501900"/>
                <a:gd name="connsiteX6" fmla="*/ 3593722 w 4417340"/>
                <a:gd name="connsiteY6" fmla="*/ 1089895 h 2501900"/>
                <a:gd name="connsiteX7" fmla="*/ 3605912 w 4417340"/>
                <a:gd name="connsiteY7" fmla="*/ 1093679 h 2501900"/>
                <a:gd name="connsiteX8" fmla="*/ 3601411 w 4417340"/>
                <a:gd name="connsiteY8" fmla="*/ 1049221 h 2501900"/>
                <a:gd name="connsiteX9" fmla="*/ 3995934 w 4417340"/>
                <a:gd name="connsiteY9" fmla="*/ 656344 h 2501900"/>
                <a:gd name="connsiteX10" fmla="*/ 4390457 w 4417340"/>
                <a:gd name="connsiteY10" fmla="*/ 1049221 h 2501900"/>
                <a:gd name="connsiteX11" fmla="*/ 3995934 w 4417340"/>
                <a:gd name="connsiteY11" fmla="*/ 1442098 h 2501900"/>
                <a:gd name="connsiteX12" fmla="*/ 3916424 w 4417340"/>
                <a:gd name="connsiteY12" fmla="*/ 1434116 h 2501900"/>
                <a:gd name="connsiteX13" fmla="*/ 3902522 w 4417340"/>
                <a:gd name="connsiteY13" fmla="*/ 1429819 h 2501900"/>
                <a:gd name="connsiteX14" fmla="*/ 3907004 w 4417340"/>
                <a:gd name="connsiteY14" fmla="*/ 1474279 h 2501900"/>
                <a:gd name="connsiteX15" fmla="*/ 3903910 w 4417340"/>
                <a:gd name="connsiteY15" fmla="*/ 1504969 h 2501900"/>
                <a:gd name="connsiteX16" fmla="*/ 3945912 w 4417340"/>
                <a:gd name="connsiteY16" fmla="*/ 1491931 h 2501900"/>
                <a:gd name="connsiteX17" fmla="*/ 4024985 w 4417340"/>
                <a:gd name="connsiteY17" fmla="*/ 1483960 h 2501900"/>
                <a:gd name="connsiteX18" fmla="*/ 4417340 w 4417340"/>
                <a:gd name="connsiteY18" fmla="*/ 1876315 h 2501900"/>
                <a:gd name="connsiteX19" fmla="*/ 4024985 w 4417340"/>
                <a:gd name="connsiteY19" fmla="*/ 2268670 h 2501900"/>
                <a:gd name="connsiteX20" fmla="*/ 3632630 w 4417340"/>
                <a:gd name="connsiteY20" fmla="*/ 1876315 h 2501900"/>
                <a:gd name="connsiteX21" fmla="*/ 3635724 w 4417340"/>
                <a:gd name="connsiteY21" fmla="*/ 1845625 h 2501900"/>
                <a:gd name="connsiteX22" fmla="*/ 3593722 w 4417340"/>
                <a:gd name="connsiteY22" fmla="*/ 1858663 h 2501900"/>
                <a:gd name="connsiteX23" fmla="*/ 3514649 w 4417340"/>
                <a:gd name="connsiteY23" fmla="*/ 1866634 h 2501900"/>
                <a:gd name="connsiteX24" fmla="*/ 3295280 w 4417340"/>
                <a:gd name="connsiteY24" fmla="*/ 1799626 h 2501900"/>
                <a:gd name="connsiteX25" fmla="*/ 3255434 w 4417340"/>
                <a:gd name="connsiteY25" fmla="*/ 1766751 h 2501900"/>
                <a:gd name="connsiteX26" fmla="*/ 3255434 w 4417340"/>
                <a:gd name="connsiteY26" fmla="*/ 2300822 h 2501900"/>
                <a:gd name="connsiteX27" fmla="*/ 3054356 w 4417340"/>
                <a:gd name="connsiteY27" fmla="*/ 2501900 h 2501900"/>
                <a:gd name="connsiteX28" fmla="*/ 201078 w 4417340"/>
                <a:gd name="connsiteY28" fmla="*/ 2501900 h 2501900"/>
                <a:gd name="connsiteX29" fmla="*/ 0 w 4417340"/>
                <a:gd name="connsiteY29" fmla="*/ 2300822 h 2501900"/>
                <a:gd name="connsiteX30" fmla="*/ 0 w 4417340"/>
                <a:gd name="connsiteY30" fmla="*/ 201078 h 2501900"/>
                <a:gd name="connsiteX31" fmla="*/ 201078 w 4417340"/>
                <a:gd name="connsiteY31" fmla="*/ 0 h 2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340" h="2501900">
                  <a:moveTo>
                    <a:pt x="201078" y="0"/>
                  </a:moveTo>
                  <a:lnTo>
                    <a:pt x="3054356" y="0"/>
                  </a:lnTo>
                  <a:cubicBezTo>
                    <a:pt x="3165408" y="0"/>
                    <a:pt x="3255434" y="90026"/>
                    <a:pt x="3255434" y="201078"/>
                  </a:cubicBezTo>
                  <a:lnTo>
                    <a:pt x="3255434" y="859213"/>
                  </a:lnTo>
                  <a:lnTo>
                    <a:pt x="3459729" y="1087460"/>
                  </a:lnTo>
                  <a:lnTo>
                    <a:pt x="3514649" y="1081924"/>
                  </a:lnTo>
                  <a:cubicBezTo>
                    <a:pt x="3541735" y="1081924"/>
                    <a:pt x="3568181" y="1084669"/>
                    <a:pt x="3593722" y="1089895"/>
                  </a:cubicBezTo>
                  <a:lnTo>
                    <a:pt x="3605912" y="1093679"/>
                  </a:lnTo>
                  <a:lnTo>
                    <a:pt x="3601411" y="1049221"/>
                  </a:lnTo>
                  <a:cubicBezTo>
                    <a:pt x="3601411" y="832241"/>
                    <a:pt x="3778045" y="656344"/>
                    <a:pt x="3995934" y="656344"/>
                  </a:cubicBezTo>
                  <a:cubicBezTo>
                    <a:pt x="4213823" y="656344"/>
                    <a:pt x="4390457" y="832241"/>
                    <a:pt x="4390457" y="1049221"/>
                  </a:cubicBezTo>
                  <a:cubicBezTo>
                    <a:pt x="4390457" y="1266201"/>
                    <a:pt x="4213823" y="1442098"/>
                    <a:pt x="3995934" y="1442098"/>
                  </a:cubicBezTo>
                  <a:cubicBezTo>
                    <a:pt x="3968698" y="1442098"/>
                    <a:pt x="3942107" y="1439350"/>
                    <a:pt x="3916424" y="1434116"/>
                  </a:cubicBezTo>
                  <a:lnTo>
                    <a:pt x="3902522" y="1429819"/>
                  </a:lnTo>
                  <a:lnTo>
                    <a:pt x="3907004" y="1474279"/>
                  </a:lnTo>
                  <a:lnTo>
                    <a:pt x="3903910" y="1504969"/>
                  </a:lnTo>
                  <a:lnTo>
                    <a:pt x="3945912" y="1491931"/>
                  </a:lnTo>
                  <a:cubicBezTo>
                    <a:pt x="3971453" y="1486705"/>
                    <a:pt x="3997899" y="1483960"/>
                    <a:pt x="4024985" y="1483960"/>
                  </a:cubicBezTo>
                  <a:cubicBezTo>
                    <a:pt x="4241677" y="1483960"/>
                    <a:pt x="4417340" y="1659623"/>
                    <a:pt x="4417340" y="1876315"/>
                  </a:cubicBezTo>
                  <a:cubicBezTo>
                    <a:pt x="4417340" y="2093007"/>
                    <a:pt x="4241677" y="2268670"/>
                    <a:pt x="4024985" y="2268670"/>
                  </a:cubicBezTo>
                  <a:cubicBezTo>
                    <a:pt x="3808293" y="2268670"/>
                    <a:pt x="3632630" y="2093007"/>
                    <a:pt x="3632630" y="1876315"/>
                  </a:cubicBezTo>
                  <a:lnTo>
                    <a:pt x="3635724" y="1845625"/>
                  </a:lnTo>
                  <a:lnTo>
                    <a:pt x="3593722" y="1858663"/>
                  </a:lnTo>
                  <a:cubicBezTo>
                    <a:pt x="3568181" y="1863889"/>
                    <a:pt x="3541735" y="1866634"/>
                    <a:pt x="3514649" y="1866634"/>
                  </a:cubicBezTo>
                  <a:cubicBezTo>
                    <a:pt x="3433390" y="1866634"/>
                    <a:pt x="3357900" y="1841932"/>
                    <a:pt x="3295280" y="1799626"/>
                  </a:cubicBezTo>
                  <a:lnTo>
                    <a:pt x="3255434" y="1766751"/>
                  </a:lnTo>
                  <a:lnTo>
                    <a:pt x="3255434" y="2300822"/>
                  </a:lnTo>
                  <a:cubicBezTo>
                    <a:pt x="3255434" y="2411874"/>
                    <a:pt x="3165408" y="2501900"/>
                    <a:pt x="3054356" y="2501900"/>
                  </a:cubicBezTo>
                  <a:lnTo>
                    <a:pt x="201078" y="2501900"/>
                  </a:lnTo>
                  <a:cubicBezTo>
                    <a:pt x="90026" y="2501900"/>
                    <a:pt x="0" y="2411874"/>
                    <a:pt x="0" y="2300822"/>
                  </a:cubicBezTo>
                  <a:lnTo>
                    <a:pt x="0" y="201078"/>
                  </a:lnTo>
                  <a:cubicBezTo>
                    <a:pt x="0" y="90026"/>
                    <a:pt x="90026" y="0"/>
                    <a:pt x="20107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166" name="Forme libre : forme 165">
              <a:extLst>
                <a:ext uri="{FF2B5EF4-FFF2-40B4-BE49-F238E27FC236}">
                  <a16:creationId xmlns:a16="http://schemas.microsoft.com/office/drawing/2014/main" id="{B401B03B-F61E-01D5-96EA-B82618C6EBE5}"/>
                </a:ext>
              </a:extLst>
            </p:cNvPr>
            <p:cNvSpPr/>
            <p:nvPr/>
          </p:nvSpPr>
          <p:spPr>
            <a:xfrm>
              <a:off x="600228" y="1419220"/>
              <a:ext cx="2724662" cy="1121089"/>
            </a:xfrm>
            <a:custGeom>
              <a:avLst/>
              <a:gdLst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549400 w 2689225"/>
                <a:gd name="connsiteY12" fmla="*/ 838064 h 1119057"/>
                <a:gd name="connsiteX13" fmla="*/ 1654175 w 2689225"/>
                <a:gd name="connsiteY13" fmla="*/ 825364 h 1119057"/>
                <a:gd name="connsiteX14" fmla="*/ 1822450 w 2689225"/>
                <a:gd name="connsiteY14" fmla="*/ 552314 h 1119057"/>
                <a:gd name="connsiteX15" fmla="*/ 1930400 w 2689225"/>
                <a:gd name="connsiteY15" fmla="*/ 339589 h 1119057"/>
                <a:gd name="connsiteX16" fmla="*/ 2133600 w 2689225"/>
                <a:gd name="connsiteY16" fmla="*/ 244339 h 1119057"/>
                <a:gd name="connsiteX17" fmla="*/ 2320925 w 2689225"/>
                <a:gd name="connsiteY17" fmla="*/ 501514 h 1119057"/>
                <a:gd name="connsiteX18" fmla="*/ 2689225 w 2689225"/>
                <a:gd name="connsiteY18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654175 w 2689225"/>
                <a:gd name="connsiteY12" fmla="*/ 825364 h 1119057"/>
                <a:gd name="connsiteX13" fmla="*/ 1822450 w 2689225"/>
                <a:gd name="connsiteY13" fmla="*/ 552314 h 1119057"/>
                <a:gd name="connsiteX14" fmla="*/ 1930400 w 2689225"/>
                <a:gd name="connsiteY14" fmla="*/ 339589 h 1119057"/>
                <a:gd name="connsiteX15" fmla="*/ 2133600 w 2689225"/>
                <a:gd name="connsiteY15" fmla="*/ 244339 h 1119057"/>
                <a:gd name="connsiteX16" fmla="*/ 2320925 w 2689225"/>
                <a:gd name="connsiteY16" fmla="*/ 501514 h 1119057"/>
                <a:gd name="connsiteX17" fmla="*/ 2689225 w 2689225"/>
                <a:gd name="connsiteY17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847725 w 2689225"/>
                <a:gd name="connsiteY4" fmla="*/ 218939 h 1119057"/>
                <a:gd name="connsiteX5" fmla="*/ 930275 w 2689225"/>
                <a:gd name="connsiteY5" fmla="*/ 72889 h 1119057"/>
                <a:gd name="connsiteX6" fmla="*/ 1095375 w 2689225"/>
                <a:gd name="connsiteY6" fmla="*/ 3039 h 1119057"/>
                <a:gd name="connsiteX7" fmla="*/ 1238250 w 2689225"/>
                <a:gd name="connsiteY7" fmla="*/ 168139 h 1119057"/>
                <a:gd name="connsiteX8" fmla="*/ 1336675 w 2689225"/>
                <a:gd name="connsiteY8" fmla="*/ 526914 h 1119057"/>
                <a:gd name="connsiteX9" fmla="*/ 1441450 w 2689225"/>
                <a:gd name="connsiteY9" fmla="*/ 777739 h 1119057"/>
                <a:gd name="connsiteX10" fmla="*/ 1527175 w 2689225"/>
                <a:gd name="connsiteY10" fmla="*/ 847589 h 1119057"/>
                <a:gd name="connsiteX11" fmla="*/ 1654175 w 2689225"/>
                <a:gd name="connsiteY11" fmla="*/ 825364 h 1119057"/>
                <a:gd name="connsiteX12" fmla="*/ 1822450 w 2689225"/>
                <a:gd name="connsiteY12" fmla="*/ 552314 h 1119057"/>
                <a:gd name="connsiteX13" fmla="*/ 1930400 w 2689225"/>
                <a:gd name="connsiteY13" fmla="*/ 339589 h 1119057"/>
                <a:gd name="connsiteX14" fmla="*/ 2133600 w 2689225"/>
                <a:gd name="connsiteY14" fmla="*/ 244339 h 1119057"/>
                <a:gd name="connsiteX15" fmla="*/ 2320925 w 2689225"/>
                <a:gd name="connsiteY15" fmla="*/ 501514 h 1119057"/>
                <a:gd name="connsiteX16" fmla="*/ 2689225 w 2689225"/>
                <a:gd name="connsiteY16" fmla="*/ 895214 h 1119057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1610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133600 w 2689225"/>
                <a:gd name="connsiteY12" fmla="*/ 244077 h 1118795"/>
                <a:gd name="connsiteX13" fmla="*/ 2320925 w 2689225"/>
                <a:gd name="connsiteY13" fmla="*/ 501252 h 1118795"/>
                <a:gd name="connsiteX14" fmla="*/ 2689225 w 2689225"/>
                <a:gd name="connsiteY14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320925 w 2689225"/>
                <a:gd name="connsiteY12" fmla="*/ 501252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1290 h 1119233"/>
                <a:gd name="connsiteX1" fmla="*/ 241300 w 2689225"/>
                <a:gd name="connsiteY1" fmla="*/ 1111290 h 1119233"/>
                <a:gd name="connsiteX2" fmla="*/ 415925 w 2689225"/>
                <a:gd name="connsiteY2" fmla="*/ 1028740 h 1119233"/>
                <a:gd name="connsiteX3" fmla="*/ 593725 w 2689225"/>
                <a:gd name="connsiteY3" fmla="*/ 816015 h 1119233"/>
                <a:gd name="connsiteX4" fmla="*/ 847725 w 2689225"/>
                <a:gd name="connsiteY4" fmla="*/ 219115 h 1119233"/>
                <a:gd name="connsiteX5" fmla="*/ 930275 w 2689225"/>
                <a:gd name="connsiteY5" fmla="*/ 68302 h 1119233"/>
                <a:gd name="connsiteX6" fmla="*/ 1095375 w 2689225"/>
                <a:gd name="connsiteY6" fmla="*/ 3215 h 1119233"/>
                <a:gd name="connsiteX7" fmla="*/ 1238250 w 2689225"/>
                <a:gd name="connsiteY7" fmla="*/ 168315 h 1119233"/>
                <a:gd name="connsiteX8" fmla="*/ 1336675 w 2689225"/>
                <a:gd name="connsiteY8" fmla="*/ 527090 h 1119233"/>
                <a:gd name="connsiteX9" fmla="*/ 1441450 w 2689225"/>
                <a:gd name="connsiteY9" fmla="*/ 777915 h 1119233"/>
                <a:gd name="connsiteX10" fmla="*/ 1654175 w 2689225"/>
                <a:gd name="connsiteY10" fmla="*/ 825540 h 1119233"/>
                <a:gd name="connsiteX11" fmla="*/ 1930400 w 2689225"/>
                <a:gd name="connsiteY11" fmla="*/ 333415 h 1119233"/>
                <a:gd name="connsiteX12" fmla="*/ 2286000 w 2689225"/>
                <a:gd name="connsiteY12" fmla="*/ 395328 h 1119233"/>
                <a:gd name="connsiteX13" fmla="*/ 2689225 w 2689225"/>
                <a:gd name="connsiteY13" fmla="*/ 895390 h 1119233"/>
                <a:gd name="connsiteX0" fmla="*/ 0 w 2689225"/>
                <a:gd name="connsiteY0" fmla="*/ 1110846 h 1118789"/>
                <a:gd name="connsiteX1" fmla="*/ 241300 w 2689225"/>
                <a:gd name="connsiteY1" fmla="*/ 1110846 h 1118789"/>
                <a:gd name="connsiteX2" fmla="*/ 415925 w 2689225"/>
                <a:gd name="connsiteY2" fmla="*/ 1028296 h 1118789"/>
                <a:gd name="connsiteX3" fmla="*/ 593725 w 2689225"/>
                <a:gd name="connsiteY3" fmla="*/ 815571 h 1118789"/>
                <a:gd name="connsiteX4" fmla="*/ 847725 w 2689225"/>
                <a:gd name="connsiteY4" fmla="*/ 218671 h 1118789"/>
                <a:gd name="connsiteX5" fmla="*/ 930275 w 2689225"/>
                <a:gd name="connsiteY5" fmla="*/ 67858 h 1118789"/>
                <a:gd name="connsiteX6" fmla="*/ 1095375 w 2689225"/>
                <a:gd name="connsiteY6" fmla="*/ 2771 h 1118789"/>
                <a:gd name="connsiteX7" fmla="*/ 1238250 w 2689225"/>
                <a:gd name="connsiteY7" fmla="*/ 167871 h 1118789"/>
                <a:gd name="connsiteX8" fmla="*/ 1336675 w 2689225"/>
                <a:gd name="connsiteY8" fmla="*/ 526646 h 1118789"/>
                <a:gd name="connsiteX9" fmla="*/ 1441450 w 2689225"/>
                <a:gd name="connsiteY9" fmla="*/ 777471 h 1118789"/>
                <a:gd name="connsiteX10" fmla="*/ 1654175 w 2689225"/>
                <a:gd name="connsiteY10" fmla="*/ 825096 h 1118789"/>
                <a:gd name="connsiteX11" fmla="*/ 1930400 w 2689225"/>
                <a:gd name="connsiteY11" fmla="*/ 332971 h 1118789"/>
                <a:gd name="connsiteX12" fmla="*/ 2286000 w 2689225"/>
                <a:gd name="connsiteY12" fmla="*/ 394884 h 1118789"/>
                <a:gd name="connsiteX13" fmla="*/ 2689225 w 2689225"/>
                <a:gd name="connsiteY13" fmla="*/ 894946 h 1118789"/>
                <a:gd name="connsiteX0" fmla="*/ 0 w 2689225"/>
                <a:gd name="connsiteY0" fmla="*/ 1111986 h 1119929"/>
                <a:gd name="connsiteX1" fmla="*/ 241300 w 2689225"/>
                <a:gd name="connsiteY1" fmla="*/ 1111986 h 1119929"/>
                <a:gd name="connsiteX2" fmla="*/ 415925 w 2689225"/>
                <a:gd name="connsiteY2" fmla="*/ 1029436 h 1119929"/>
                <a:gd name="connsiteX3" fmla="*/ 593725 w 2689225"/>
                <a:gd name="connsiteY3" fmla="*/ 816711 h 1119929"/>
                <a:gd name="connsiteX4" fmla="*/ 847725 w 2689225"/>
                <a:gd name="connsiteY4" fmla="*/ 219811 h 1119929"/>
                <a:gd name="connsiteX5" fmla="*/ 930275 w 2689225"/>
                <a:gd name="connsiteY5" fmla="*/ 68998 h 1119929"/>
                <a:gd name="connsiteX6" fmla="*/ 1095375 w 2689225"/>
                <a:gd name="connsiteY6" fmla="*/ 3911 h 1119929"/>
                <a:gd name="connsiteX7" fmla="*/ 1238250 w 2689225"/>
                <a:gd name="connsiteY7" fmla="*/ 169011 h 1119929"/>
                <a:gd name="connsiteX8" fmla="*/ 1336675 w 2689225"/>
                <a:gd name="connsiteY8" fmla="*/ 527786 h 1119929"/>
                <a:gd name="connsiteX9" fmla="*/ 1441450 w 2689225"/>
                <a:gd name="connsiteY9" fmla="*/ 778611 h 1119929"/>
                <a:gd name="connsiteX10" fmla="*/ 1654175 w 2689225"/>
                <a:gd name="connsiteY10" fmla="*/ 826236 h 1119929"/>
                <a:gd name="connsiteX11" fmla="*/ 1930400 w 2689225"/>
                <a:gd name="connsiteY11" fmla="*/ 334111 h 1119929"/>
                <a:gd name="connsiteX12" fmla="*/ 2286000 w 2689225"/>
                <a:gd name="connsiteY12" fmla="*/ 396024 h 1119929"/>
                <a:gd name="connsiteX13" fmla="*/ 2689225 w 2689225"/>
                <a:gd name="connsiteY13" fmla="*/ 896086 h 1119929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3027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2392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3146 h 1121089"/>
                <a:gd name="connsiteX1" fmla="*/ 241300 w 2689225"/>
                <a:gd name="connsiteY1" fmla="*/ 1113146 h 1121089"/>
                <a:gd name="connsiteX2" fmla="*/ 415925 w 2689225"/>
                <a:gd name="connsiteY2" fmla="*/ 1030596 h 1121089"/>
                <a:gd name="connsiteX3" fmla="*/ 593725 w 2689225"/>
                <a:gd name="connsiteY3" fmla="*/ 817871 h 1121089"/>
                <a:gd name="connsiteX4" fmla="*/ 847725 w 2689225"/>
                <a:gd name="connsiteY4" fmla="*/ 220971 h 1121089"/>
                <a:gd name="connsiteX5" fmla="*/ 923925 w 2689225"/>
                <a:gd name="connsiteY5" fmla="*/ 70158 h 1121089"/>
                <a:gd name="connsiteX6" fmla="*/ 1095375 w 2689225"/>
                <a:gd name="connsiteY6" fmla="*/ 5071 h 1121089"/>
                <a:gd name="connsiteX7" fmla="*/ 1238250 w 2689225"/>
                <a:gd name="connsiteY7" fmla="*/ 170171 h 1121089"/>
                <a:gd name="connsiteX8" fmla="*/ 1336675 w 2689225"/>
                <a:gd name="connsiteY8" fmla="*/ 528946 h 1121089"/>
                <a:gd name="connsiteX9" fmla="*/ 1441450 w 2689225"/>
                <a:gd name="connsiteY9" fmla="*/ 779771 h 1121089"/>
                <a:gd name="connsiteX10" fmla="*/ 1654175 w 2689225"/>
                <a:gd name="connsiteY10" fmla="*/ 827396 h 1121089"/>
                <a:gd name="connsiteX11" fmla="*/ 1930400 w 2689225"/>
                <a:gd name="connsiteY11" fmla="*/ 335271 h 1121089"/>
                <a:gd name="connsiteX12" fmla="*/ 2286000 w 2689225"/>
                <a:gd name="connsiteY12" fmla="*/ 397184 h 1121089"/>
                <a:gd name="connsiteX13" fmla="*/ 2689225 w 2689225"/>
                <a:gd name="connsiteY13" fmla="*/ 897246 h 112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89225" h="1121089">
                  <a:moveTo>
                    <a:pt x="0" y="1113146"/>
                  </a:moveTo>
                  <a:cubicBezTo>
                    <a:pt x="85989" y="1120025"/>
                    <a:pt x="171979" y="1126904"/>
                    <a:pt x="241300" y="1113146"/>
                  </a:cubicBezTo>
                  <a:cubicBezTo>
                    <a:pt x="310621" y="1099388"/>
                    <a:pt x="357188" y="1079808"/>
                    <a:pt x="415925" y="1030596"/>
                  </a:cubicBezTo>
                  <a:cubicBezTo>
                    <a:pt x="474663" y="981383"/>
                    <a:pt x="521758" y="952808"/>
                    <a:pt x="593725" y="817871"/>
                  </a:cubicBezTo>
                  <a:cubicBezTo>
                    <a:pt x="665692" y="682934"/>
                    <a:pt x="792692" y="345590"/>
                    <a:pt x="847725" y="220971"/>
                  </a:cubicBezTo>
                  <a:cubicBezTo>
                    <a:pt x="902758" y="96352"/>
                    <a:pt x="885824" y="126780"/>
                    <a:pt x="923925" y="70158"/>
                  </a:cubicBezTo>
                  <a:cubicBezTo>
                    <a:pt x="962026" y="13536"/>
                    <a:pt x="1042988" y="-11598"/>
                    <a:pt x="1095375" y="5071"/>
                  </a:cubicBezTo>
                  <a:cubicBezTo>
                    <a:pt x="1147762" y="21740"/>
                    <a:pt x="1193270" y="52697"/>
                    <a:pt x="1238250" y="170171"/>
                  </a:cubicBezTo>
                  <a:cubicBezTo>
                    <a:pt x="1283230" y="287645"/>
                    <a:pt x="1302808" y="427346"/>
                    <a:pt x="1336675" y="528946"/>
                  </a:cubicBezTo>
                  <a:cubicBezTo>
                    <a:pt x="1370542" y="630546"/>
                    <a:pt x="1382183" y="704629"/>
                    <a:pt x="1441450" y="779771"/>
                  </a:cubicBezTo>
                  <a:cubicBezTo>
                    <a:pt x="1500717" y="854913"/>
                    <a:pt x="1572683" y="901479"/>
                    <a:pt x="1654175" y="827396"/>
                  </a:cubicBezTo>
                  <a:cubicBezTo>
                    <a:pt x="1735667" y="753313"/>
                    <a:pt x="1855259" y="430786"/>
                    <a:pt x="1930400" y="335271"/>
                  </a:cubicBezTo>
                  <a:cubicBezTo>
                    <a:pt x="2005541" y="239756"/>
                    <a:pt x="2083329" y="161705"/>
                    <a:pt x="2286000" y="397184"/>
                  </a:cubicBezTo>
                  <a:cubicBezTo>
                    <a:pt x="2378604" y="505663"/>
                    <a:pt x="2551377" y="754635"/>
                    <a:pt x="2689225" y="897246"/>
                  </a:cubicBezTo>
                </a:path>
              </a:pathLst>
            </a:custGeom>
            <a:noFill/>
            <a:ln w="130175">
              <a:gradFill>
                <a:gsLst>
                  <a:gs pos="55000">
                    <a:srgbClr val="FF0000"/>
                  </a:gs>
                  <a:gs pos="79000">
                    <a:srgbClr val="2577BB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</a:t>
              </a:r>
            </a:p>
          </p:txBody>
        </p:sp>
        <p:grpSp>
          <p:nvGrpSpPr>
            <p:cNvPr id="167" name="Groupe 166">
              <a:extLst>
                <a:ext uri="{FF2B5EF4-FFF2-40B4-BE49-F238E27FC236}">
                  <a16:creationId xmlns:a16="http://schemas.microsoft.com/office/drawing/2014/main" id="{5E165AFC-145B-751C-B48E-BF811A1EF875}"/>
                </a:ext>
              </a:extLst>
            </p:cNvPr>
            <p:cNvGrpSpPr/>
            <p:nvPr/>
          </p:nvGrpSpPr>
          <p:grpSpPr>
            <a:xfrm>
              <a:off x="2849172" y="1016417"/>
              <a:ext cx="1996864" cy="1615104"/>
              <a:chOff x="5920938" y="2182282"/>
              <a:chExt cx="1996864" cy="1615104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423DEBB9-C99E-473F-BB94-D70A021B6AEB}"/>
                  </a:ext>
                </a:extLst>
              </p:cNvPr>
              <p:cNvSpPr/>
              <p:nvPr/>
            </p:nvSpPr>
            <p:spPr>
              <a:xfrm rot="2652461">
                <a:off x="7193491" y="3272240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0193734A-9B82-C2C0-45B8-F05E3AA0AC5D}"/>
                  </a:ext>
                </a:extLst>
              </p:cNvPr>
              <p:cNvSpPr/>
              <p:nvPr/>
            </p:nvSpPr>
            <p:spPr>
              <a:xfrm rot="18861597">
                <a:off x="7126707" y="2899831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170" name="Groupe 169">
                <a:extLst>
                  <a:ext uri="{FF2B5EF4-FFF2-40B4-BE49-F238E27FC236}">
                    <a16:creationId xmlns:a16="http://schemas.microsoft.com/office/drawing/2014/main" id="{55907D3A-2437-EF30-84F6-FFC7B8DA69FE}"/>
                  </a:ext>
                </a:extLst>
              </p:cNvPr>
              <p:cNvGrpSpPr/>
              <p:nvPr/>
            </p:nvGrpSpPr>
            <p:grpSpPr>
              <a:xfrm>
                <a:off x="5920938" y="2182282"/>
                <a:ext cx="1996864" cy="1615104"/>
                <a:chOff x="5920938" y="2182282"/>
                <a:chExt cx="1996864" cy="1615104"/>
              </a:xfrm>
            </p:grpSpPr>
            <p:sp>
              <p:nvSpPr>
                <p:cNvPr id="171" name="Ellipse 170">
                  <a:extLst>
                    <a:ext uri="{FF2B5EF4-FFF2-40B4-BE49-F238E27FC236}">
                      <a16:creationId xmlns:a16="http://schemas.microsoft.com/office/drawing/2014/main" id="{72093200-78BB-217A-3F1E-494B2DDA2E46}"/>
                    </a:ext>
                  </a:extLst>
                </p:cNvPr>
                <p:cNvSpPr/>
                <p:nvPr/>
              </p:nvSpPr>
              <p:spPr>
                <a:xfrm>
                  <a:off x="6354234" y="2182282"/>
                  <a:ext cx="399600" cy="397933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72" name="Ellipse 171">
                  <a:extLst>
                    <a:ext uri="{FF2B5EF4-FFF2-40B4-BE49-F238E27FC236}">
                      <a16:creationId xmlns:a16="http://schemas.microsoft.com/office/drawing/2014/main" id="{BB4B38C1-13C3-D784-1A0C-299C48CEAF1E}"/>
                    </a:ext>
                  </a:extLst>
                </p:cNvPr>
                <p:cNvSpPr/>
                <p:nvPr/>
              </p:nvSpPr>
              <p:spPr>
                <a:xfrm>
                  <a:off x="7480827" y="2502022"/>
                  <a:ext cx="409047" cy="407341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3" name="Ellipse 172">
                  <a:extLst>
                    <a:ext uri="{FF2B5EF4-FFF2-40B4-BE49-F238E27FC236}">
                      <a16:creationId xmlns:a16="http://schemas.microsoft.com/office/drawing/2014/main" id="{C15B751D-4A18-B8AB-6918-80269C27B71A}"/>
                    </a:ext>
                  </a:extLst>
                </p:cNvPr>
                <p:cNvSpPr/>
                <p:nvPr/>
              </p:nvSpPr>
              <p:spPr>
                <a:xfrm>
                  <a:off x="7511002" y="3329387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4" name="Ellipse 173">
                  <a:extLst>
                    <a:ext uri="{FF2B5EF4-FFF2-40B4-BE49-F238E27FC236}">
                      <a16:creationId xmlns:a16="http://schemas.microsoft.com/office/drawing/2014/main" id="{F7EE6D31-AD78-8272-3CC9-EC67119E7D67}"/>
                    </a:ext>
                  </a:extLst>
                </p:cNvPr>
                <p:cNvSpPr/>
                <p:nvPr/>
              </p:nvSpPr>
              <p:spPr>
                <a:xfrm>
                  <a:off x="7000666" y="2927351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5" name="Ellipse 174">
                  <a:extLst>
                    <a:ext uri="{FF2B5EF4-FFF2-40B4-BE49-F238E27FC236}">
                      <a16:creationId xmlns:a16="http://schemas.microsoft.com/office/drawing/2014/main" id="{A8D0698A-EB36-9C42-47E9-8CC63C287F22}"/>
                    </a:ext>
                  </a:extLst>
                </p:cNvPr>
                <p:cNvSpPr/>
                <p:nvPr/>
              </p:nvSpPr>
              <p:spPr>
                <a:xfrm>
                  <a:off x="6327982" y="3390586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BD56DBF1-9AB5-7ABF-9AE5-88B26EE0E53D}"/>
                    </a:ext>
                  </a:extLst>
                </p:cNvPr>
                <p:cNvSpPr/>
                <p:nvPr/>
              </p:nvSpPr>
              <p:spPr>
                <a:xfrm rot="2890174">
                  <a:off x="6450539" y="2751248"/>
                  <a:ext cx="926528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65A6F61A-9833-6051-43D9-31E057F8A6F1}"/>
                    </a:ext>
                  </a:extLst>
                </p:cNvPr>
                <p:cNvSpPr/>
                <p:nvPr/>
              </p:nvSpPr>
              <p:spPr>
                <a:xfrm rot="18912334">
                  <a:off x="5920938" y="2656779"/>
                  <a:ext cx="659362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 </a:t>
                  </a:r>
                </a:p>
              </p:txBody>
            </p:sp>
          </p:grpSp>
        </p:grpSp>
        <p:sp>
          <p:nvSpPr>
            <p:cNvPr id="178" name="Forme libre : forme 177">
              <a:extLst>
                <a:ext uri="{FF2B5EF4-FFF2-40B4-BE49-F238E27FC236}">
                  <a16:creationId xmlns:a16="http://schemas.microsoft.com/office/drawing/2014/main" id="{568E8BF5-DFF1-6469-C162-8D71BE7B3D73}"/>
                </a:ext>
              </a:extLst>
            </p:cNvPr>
            <p:cNvSpPr/>
            <p:nvPr/>
          </p:nvSpPr>
          <p:spPr>
            <a:xfrm>
              <a:off x="463315" y="340176"/>
              <a:ext cx="3543794" cy="2806588"/>
            </a:xfrm>
            <a:custGeom>
              <a:avLst/>
              <a:gdLst>
                <a:gd name="connsiteX0" fmla="*/ 293934 w 3543794"/>
                <a:gd name="connsiteY0" fmla="*/ 0 h 2806588"/>
                <a:gd name="connsiteX1" fmla="*/ 3249860 w 3543794"/>
                <a:gd name="connsiteY1" fmla="*/ 0 h 2806588"/>
                <a:gd name="connsiteX2" fmla="*/ 3543794 w 3543794"/>
                <a:gd name="connsiteY2" fmla="*/ 293934 h 2806588"/>
                <a:gd name="connsiteX3" fmla="*/ 3543794 w 3543794"/>
                <a:gd name="connsiteY3" fmla="*/ 1172555 h 2806588"/>
                <a:gd name="connsiteX4" fmla="*/ 3400811 w 3543794"/>
                <a:gd name="connsiteY4" fmla="*/ 1012808 h 2806588"/>
                <a:gd name="connsiteX5" fmla="*/ 3400811 w 3543794"/>
                <a:gd name="connsiteY5" fmla="*/ 353422 h 2806588"/>
                <a:gd name="connsiteX6" fmla="*/ 3199733 w 3543794"/>
                <a:gd name="connsiteY6" fmla="*/ 152344 h 2806588"/>
                <a:gd name="connsiteX7" fmla="*/ 346455 w 3543794"/>
                <a:gd name="connsiteY7" fmla="*/ 152344 h 2806588"/>
                <a:gd name="connsiteX8" fmla="*/ 145377 w 3543794"/>
                <a:gd name="connsiteY8" fmla="*/ 353422 h 2806588"/>
                <a:gd name="connsiteX9" fmla="*/ 145377 w 3543794"/>
                <a:gd name="connsiteY9" fmla="*/ 2453166 h 2806588"/>
                <a:gd name="connsiteX10" fmla="*/ 346455 w 3543794"/>
                <a:gd name="connsiteY10" fmla="*/ 2654244 h 2806588"/>
                <a:gd name="connsiteX11" fmla="*/ 3199733 w 3543794"/>
                <a:gd name="connsiteY11" fmla="*/ 2654244 h 2806588"/>
                <a:gd name="connsiteX12" fmla="*/ 3400811 w 3543794"/>
                <a:gd name="connsiteY12" fmla="*/ 2453166 h 2806588"/>
                <a:gd name="connsiteX13" fmla="*/ 3400811 w 3543794"/>
                <a:gd name="connsiteY13" fmla="*/ 1920315 h 2806588"/>
                <a:gd name="connsiteX14" fmla="*/ 3440550 w 3543794"/>
                <a:gd name="connsiteY14" fmla="*/ 1953102 h 2806588"/>
                <a:gd name="connsiteX15" fmla="*/ 3507197 w 3543794"/>
                <a:gd name="connsiteY15" fmla="*/ 1989277 h 2806588"/>
                <a:gd name="connsiteX16" fmla="*/ 3543794 w 3543794"/>
                <a:gd name="connsiteY16" fmla="*/ 2000637 h 2806588"/>
                <a:gd name="connsiteX17" fmla="*/ 3543794 w 3543794"/>
                <a:gd name="connsiteY17" fmla="*/ 2512654 h 2806588"/>
                <a:gd name="connsiteX18" fmla="*/ 3249860 w 3543794"/>
                <a:gd name="connsiteY18" fmla="*/ 2806588 h 2806588"/>
                <a:gd name="connsiteX19" fmla="*/ 293934 w 3543794"/>
                <a:gd name="connsiteY19" fmla="*/ 2806588 h 2806588"/>
                <a:gd name="connsiteX20" fmla="*/ 0 w 3543794"/>
                <a:gd name="connsiteY20" fmla="*/ 2512654 h 2806588"/>
                <a:gd name="connsiteX21" fmla="*/ 0 w 3543794"/>
                <a:gd name="connsiteY21" fmla="*/ 293934 h 2806588"/>
                <a:gd name="connsiteX22" fmla="*/ 293934 w 3543794"/>
                <a:gd name="connsiteY22" fmla="*/ 0 h 280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43794" h="2806588">
                  <a:moveTo>
                    <a:pt x="293934" y="0"/>
                  </a:moveTo>
                  <a:lnTo>
                    <a:pt x="3249860" y="0"/>
                  </a:lnTo>
                  <a:cubicBezTo>
                    <a:pt x="3412195" y="0"/>
                    <a:pt x="3543794" y="131599"/>
                    <a:pt x="3543794" y="293934"/>
                  </a:cubicBezTo>
                  <a:lnTo>
                    <a:pt x="3543794" y="1172555"/>
                  </a:lnTo>
                  <a:lnTo>
                    <a:pt x="3400811" y="1012808"/>
                  </a:lnTo>
                  <a:lnTo>
                    <a:pt x="3400811" y="353422"/>
                  </a:lnTo>
                  <a:cubicBezTo>
                    <a:pt x="3400811" y="242370"/>
                    <a:pt x="3310785" y="152344"/>
                    <a:pt x="3199733" y="152344"/>
                  </a:cubicBezTo>
                  <a:lnTo>
                    <a:pt x="346455" y="152344"/>
                  </a:lnTo>
                  <a:cubicBezTo>
                    <a:pt x="235403" y="152344"/>
                    <a:pt x="145377" y="242370"/>
                    <a:pt x="145377" y="353422"/>
                  </a:cubicBezTo>
                  <a:lnTo>
                    <a:pt x="145377" y="2453166"/>
                  </a:lnTo>
                  <a:cubicBezTo>
                    <a:pt x="145377" y="2564218"/>
                    <a:pt x="235403" y="2654244"/>
                    <a:pt x="346455" y="2654244"/>
                  </a:cubicBezTo>
                  <a:lnTo>
                    <a:pt x="3199733" y="2654244"/>
                  </a:lnTo>
                  <a:cubicBezTo>
                    <a:pt x="3310785" y="2654244"/>
                    <a:pt x="3400811" y="2564218"/>
                    <a:pt x="3400811" y="2453166"/>
                  </a:cubicBezTo>
                  <a:lnTo>
                    <a:pt x="3400811" y="1920315"/>
                  </a:lnTo>
                  <a:lnTo>
                    <a:pt x="3440550" y="1953102"/>
                  </a:lnTo>
                  <a:cubicBezTo>
                    <a:pt x="3461423" y="1967204"/>
                    <a:pt x="3483726" y="1979350"/>
                    <a:pt x="3507197" y="1989277"/>
                  </a:cubicBezTo>
                  <a:lnTo>
                    <a:pt x="3543794" y="2000637"/>
                  </a:lnTo>
                  <a:lnTo>
                    <a:pt x="3543794" y="2512654"/>
                  </a:lnTo>
                  <a:cubicBezTo>
                    <a:pt x="3543794" y="2674989"/>
                    <a:pt x="3412195" y="2806588"/>
                    <a:pt x="3249860" y="2806588"/>
                  </a:cubicBezTo>
                  <a:lnTo>
                    <a:pt x="293934" y="2806588"/>
                  </a:lnTo>
                  <a:cubicBezTo>
                    <a:pt x="131599" y="2806588"/>
                    <a:pt x="0" y="2674989"/>
                    <a:pt x="0" y="2512654"/>
                  </a:cubicBezTo>
                  <a:lnTo>
                    <a:pt x="0" y="293934"/>
                  </a:lnTo>
                  <a:cubicBezTo>
                    <a:pt x="0" y="131599"/>
                    <a:pt x="131599" y="0"/>
                    <a:pt x="29393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grpSp>
        <p:nvGrpSpPr>
          <p:cNvPr id="180" name="Groupe 179">
            <a:extLst>
              <a:ext uri="{FF2B5EF4-FFF2-40B4-BE49-F238E27FC236}">
                <a16:creationId xmlns:a16="http://schemas.microsoft.com/office/drawing/2014/main" id="{740B13A9-B941-262D-8A97-C332F4243F75}"/>
              </a:ext>
            </a:extLst>
          </p:cNvPr>
          <p:cNvGrpSpPr/>
          <p:nvPr/>
        </p:nvGrpSpPr>
        <p:grpSpPr>
          <a:xfrm>
            <a:off x="6890022" y="323243"/>
            <a:ext cx="4562610" cy="2806588"/>
            <a:chOff x="463315" y="340176"/>
            <a:chExt cx="4562610" cy="2806588"/>
          </a:xfrm>
        </p:grpSpPr>
        <p:sp>
          <p:nvSpPr>
            <p:cNvPr id="181" name="Forme libre : forme 180">
              <a:extLst>
                <a:ext uri="{FF2B5EF4-FFF2-40B4-BE49-F238E27FC236}">
                  <a16:creationId xmlns:a16="http://schemas.microsoft.com/office/drawing/2014/main" id="{379003BE-7BDD-55F4-044F-B90296BFC80A}"/>
                </a:ext>
              </a:extLst>
            </p:cNvPr>
            <p:cNvSpPr/>
            <p:nvPr/>
          </p:nvSpPr>
          <p:spPr>
            <a:xfrm>
              <a:off x="608585" y="492548"/>
              <a:ext cx="4417340" cy="2501900"/>
            </a:xfrm>
            <a:custGeom>
              <a:avLst/>
              <a:gdLst>
                <a:gd name="connsiteX0" fmla="*/ 201078 w 4417340"/>
                <a:gd name="connsiteY0" fmla="*/ 0 h 2501900"/>
                <a:gd name="connsiteX1" fmla="*/ 3054356 w 4417340"/>
                <a:gd name="connsiteY1" fmla="*/ 0 h 2501900"/>
                <a:gd name="connsiteX2" fmla="*/ 3255434 w 4417340"/>
                <a:gd name="connsiteY2" fmla="*/ 201078 h 2501900"/>
                <a:gd name="connsiteX3" fmla="*/ 3255434 w 4417340"/>
                <a:gd name="connsiteY3" fmla="*/ 859213 h 2501900"/>
                <a:gd name="connsiteX4" fmla="*/ 3459729 w 4417340"/>
                <a:gd name="connsiteY4" fmla="*/ 1087460 h 2501900"/>
                <a:gd name="connsiteX5" fmla="*/ 3514649 w 4417340"/>
                <a:gd name="connsiteY5" fmla="*/ 1081924 h 2501900"/>
                <a:gd name="connsiteX6" fmla="*/ 3593722 w 4417340"/>
                <a:gd name="connsiteY6" fmla="*/ 1089895 h 2501900"/>
                <a:gd name="connsiteX7" fmla="*/ 3605912 w 4417340"/>
                <a:gd name="connsiteY7" fmla="*/ 1093679 h 2501900"/>
                <a:gd name="connsiteX8" fmla="*/ 3601411 w 4417340"/>
                <a:gd name="connsiteY8" fmla="*/ 1049221 h 2501900"/>
                <a:gd name="connsiteX9" fmla="*/ 3995934 w 4417340"/>
                <a:gd name="connsiteY9" fmla="*/ 656344 h 2501900"/>
                <a:gd name="connsiteX10" fmla="*/ 4390457 w 4417340"/>
                <a:gd name="connsiteY10" fmla="*/ 1049221 h 2501900"/>
                <a:gd name="connsiteX11" fmla="*/ 3995934 w 4417340"/>
                <a:gd name="connsiteY11" fmla="*/ 1442098 h 2501900"/>
                <a:gd name="connsiteX12" fmla="*/ 3916424 w 4417340"/>
                <a:gd name="connsiteY12" fmla="*/ 1434116 h 2501900"/>
                <a:gd name="connsiteX13" fmla="*/ 3902522 w 4417340"/>
                <a:gd name="connsiteY13" fmla="*/ 1429819 h 2501900"/>
                <a:gd name="connsiteX14" fmla="*/ 3907004 w 4417340"/>
                <a:gd name="connsiteY14" fmla="*/ 1474279 h 2501900"/>
                <a:gd name="connsiteX15" fmla="*/ 3903910 w 4417340"/>
                <a:gd name="connsiteY15" fmla="*/ 1504969 h 2501900"/>
                <a:gd name="connsiteX16" fmla="*/ 3945912 w 4417340"/>
                <a:gd name="connsiteY16" fmla="*/ 1491931 h 2501900"/>
                <a:gd name="connsiteX17" fmla="*/ 4024985 w 4417340"/>
                <a:gd name="connsiteY17" fmla="*/ 1483960 h 2501900"/>
                <a:gd name="connsiteX18" fmla="*/ 4417340 w 4417340"/>
                <a:gd name="connsiteY18" fmla="*/ 1876315 h 2501900"/>
                <a:gd name="connsiteX19" fmla="*/ 4024985 w 4417340"/>
                <a:gd name="connsiteY19" fmla="*/ 2268670 h 2501900"/>
                <a:gd name="connsiteX20" fmla="*/ 3632630 w 4417340"/>
                <a:gd name="connsiteY20" fmla="*/ 1876315 h 2501900"/>
                <a:gd name="connsiteX21" fmla="*/ 3635724 w 4417340"/>
                <a:gd name="connsiteY21" fmla="*/ 1845625 h 2501900"/>
                <a:gd name="connsiteX22" fmla="*/ 3593722 w 4417340"/>
                <a:gd name="connsiteY22" fmla="*/ 1858663 h 2501900"/>
                <a:gd name="connsiteX23" fmla="*/ 3514649 w 4417340"/>
                <a:gd name="connsiteY23" fmla="*/ 1866634 h 2501900"/>
                <a:gd name="connsiteX24" fmla="*/ 3295280 w 4417340"/>
                <a:gd name="connsiteY24" fmla="*/ 1799626 h 2501900"/>
                <a:gd name="connsiteX25" fmla="*/ 3255434 w 4417340"/>
                <a:gd name="connsiteY25" fmla="*/ 1766751 h 2501900"/>
                <a:gd name="connsiteX26" fmla="*/ 3255434 w 4417340"/>
                <a:gd name="connsiteY26" fmla="*/ 2300822 h 2501900"/>
                <a:gd name="connsiteX27" fmla="*/ 3054356 w 4417340"/>
                <a:gd name="connsiteY27" fmla="*/ 2501900 h 2501900"/>
                <a:gd name="connsiteX28" fmla="*/ 201078 w 4417340"/>
                <a:gd name="connsiteY28" fmla="*/ 2501900 h 2501900"/>
                <a:gd name="connsiteX29" fmla="*/ 0 w 4417340"/>
                <a:gd name="connsiteY29" fmla="*/ 2300822 h 2501900"/>
                <a:gd name="connsiteX30" fmla="*/ 0 w 4417340"/>
                <a:gd name="connsiteY30" fmla="*/ 201078 h 2501900"/>
                <a:gd name="connsiteX31" fmla="*/ 201078 w 4417340"/>
                <a:gd name="connsiteY31" fmla="*/ 0 h 2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340" h="2501900">
                  <a:moveTo>
                    <a:pt x="201078" y="0"/>
                  </a:moveTo>
                  <a:lnTo>
                    <a:pt x="3054356" y="0"/>
                  </a:lnTo>
                  <a:cubicBezTo>
                    <a:pt x="3165408" y="0"/>
                    <a:pt x="3255434" y="90026"/>
                    <a:pt x="3255434" y="201078"/>
                  </a:cubicBezTo>
                  <a:lnTo>
                    <a:pt x="3255434" y="859213"/>
                  </a:lnTo>
                  <a:lnTo>
                    <a:pt x="3459729" y="1087460"/>
                  </a:lnTo>
                  <a:lnTo>
                    <a:pt x="3514649" y="1081924"/>
                  </a:lnTo>
                  <a:cubicBezTo>
                    <a:pt x="3541735" y="1081924"/>
                    <a:pt x="3568181" y="1084669"/>
                    <a:pt x="3593722" y="1089895"/>
                  </a:cubicBezTo>
                  <a:lnTo>
                    <a:pt x="3605912" y="1093679"/>
                  </a:lnTo>
                  <a:lnTo>
                    <a:pt x="3601411" y="1049221"/>
                  </a:lnTo>
                  <a:cubicBezTo>
                    <a:pt x="3601411" y="832241"/>
                    <a:pt x="3778045" y="656344"/>
                    <a:pt x="3995934" y="656344"/>
                  </a:cubicBezTo>
                  <a:cubicBezTo>
                    <a:pt x="4213823" y="656344"/>
                    <a:pt x="4390457" y="832241"/>
                    <a:pt x="4390457" y="1049221"/>
                  </a:cubicBezTo>
                  <a:cubicBezTo>
                    <a:pt x="4390457" y="1266201"/>
                    <a:pt x="4213823" y="1442098"/>
                    <a:pt x="3995934" y="1442098"/>
                  </a:cubicBezTo>
                  <a:cubicBezTo>
                    <a:pt x="3968698" y="1442098"/>
                    <a:pt x="3942107" y="1439350"/>
                    <a:pt x="3916424" y="1434116"/>
                  </a:cubicBezTo>
                  <a:lnTo>
                    <a:pt x="3902522" y="1429819"/>
                  </a:lnTo>
                  <a:lnTo>
                    <a:pt x="3907004" y="1474279"/>
                  </a:lnTo>
                  <a:lnTo>
                    <a:pt x="3903910" y="1504969"/>
                  </a:lnTo>
                  <a:lnTo>
                    <a:pt x="3945912" y="1491931"/>
                  </a:lnTo>
                  <a:cubicBezTo>
                    <a:pt x="3971453" y="1486705"/>
                    <a:pt x="3997899" y="1483960"/>
                    <a:pt x="4024985" y="1483960"/>
                  </a:cubicBezTo>
                  <a:cubicBezTo>
                    <a:pt x="4241677" y="1483960"/>
                    <a:pt x="4417340" y="1659623"/>
                    <a:pt x="4417340" y="1876315"/>
                  </a:cubicBezTo>
                  <a:cubicBezTo>
                    <a:pt x="4417340" y="2093007"/>
                    <a:pt x="4241677" y="2268670"/>
                    <a:pt x="4024985" y="2268670"/>
                  </a:cubicBezTo>
                  <a:cubicBezTo>
                    <a:pt x="3808293" y="2268670"/>
                    <a:pt x="3632630" y="2093007"/>
                    <a:pt x="3632630" y="1876315"/>
                  </a:cubicBezTo>
                  <a:lnTo>
                    <a:pt x="3635724" y="1845625"/>
                  </a:lnTo>
                  <a:lnTo>
                    <a:pt x="3593722" y="1858663"/>
                  </a:lnTo>
                  <a:cubicBezTo>
                    <a:pt x="3568181" y="1863889"/>
                    <a:pt x="3541735" y="1866634"/>
                    <a:pt x="3514649" y="1866634"/>
                  </a:cubicBezTo>
                  <a:cubicBezTo>
                    <a:pt x="3433390" y="1866634"/>
                    <a:pt x="3357900" y="1841932"/>
                    <a:pt x="3295280" y="1799626"/>
                  </a:cubicBezTo>
                  <a:lnTo>
                    <a:pt x="3255434" y="1766751"/>
                  </a:lnTo>
                  <a:lnTo>
                    <a:pt x="3255434" y="2300822"/>
                  </a:lnTo>
                  <a:cubicBezTo>
                    <a:pt x="3255434" y="2411874"/>
                    <a:pt x="3165408" y="2501900"/>
                    <a:pt x="3054356" y="2501900"/>
                  </a:cubicBezTo>
                  <a:lnTo>
                    <a:pt x="201078" y="2501900"/>
                  </a:lnTo>
                  <a:cubicBezTo>
                    <a:pt x="90026" y="2501900"/>
                    <a:pt x="0" y="2411874"/>
                    <a:pt x="0" y="2300822"/>
                  </a:cubicBezTo>
                  <a:lnTo>
                    <a:pt x="0" y="201078"/>
                  </a:lnTo>
                  <a:cubicBezTo>
                    <a:pt x="0" y="90026"/>
                    <a:pt x="90026" y="0"/>
                    <a:pt x="20107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182" name="Forme libre : forme 181">
              <a:extLst>
                <a:ext uri="{FF2B5EF4-FFF2-40B4-BE49-F238E27FC236}">
                  <a16:creationId xmlns:a16="http://schemas.microsoft.com/office/drawing/2014/main" id="{ADD92C55-029A-3B50-2944-880BDC87991D}"/>
                </a:ext>
              </a:extLst>
            </p:cNvPr>
            <p:cNvSpPr/>
            <p:nvPr/>
          </p:nvSpPr>
          <p:spPr>
            <a:xfrm>
              <a:off x="600228" y="1419220"/>
              <a:ext cx="2724662" cy="1121089"/>
            </a:xfrm>
            <a:custGeom>
              <a:avLst/>
              <a:gdLst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549400 w 2689225"/>
                <a:gd name="connsiteY12" fmla="*/ 838064 h 1119057"/>
                <a:gd name="connsiteX13" fmla="*/ 1654175 w 2689225"/>
                <a:gd name="connsiteY13" fmla="*/ 825364 h 1119057"/>
                <a:gd name="connsiteX14" fmla="*/ 1822450 w 2689225"/>
                <a:gd name="connsiteY14" fmla="*/ 552314 h 1119057"/>
                <a:gd name="connsiteX15" fmla="*/ 1930400 w 2689225"/>
                <a:gd name="connsiteY15" fmla="*/ 339589 h 1119057"/>
                <a:gd name="connsiteX16" fmla="*/ 2133600 w 2689225"/>
                <a:gd name="connsiteY16" fmla="*/ 244339 h 1119057"/>
                <a:gd name="connsiteX17" fmla="*/ 2320925 w 2689225"/>
                <a:gd name="connsiteY17" fmla="*/ 501514 h 1119057"/>
                <a:gd name="connsiteX18" fmla="*/ 2689225 w 2689225"/>
                <a:gd name="connsiteY18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654175 w 2689225"/>
                <a:gd name="connsiteY12" fmla="*/ 825364 h 1119057"/>
                <a:gd name="connsiteX13" fmla="*/ 1822450 w 2689225"/>
                <a:gd name="connsiteY13" fmla="*/ 552314 h 1119057"/>
                <a:gd name="connsiteX14" fmla="*/ 1930400 w 2689225"/>
                <a:gd name="connsiteY14" fmla="*/ 339589 h 1119057"/>
                <a:gd name="connsiteX15" fmla="*/ 2133600 w 2689225"/>
                <a:gd name="connsiteY15" fmla="*/ 244339 h 1119057"/>
                <a:gd name="connsiteX16" fmla="*/ 2320925 w 2689225"/>
                <a:gd name="connsiteY16" fmla="*/ 501514 h 1119057"/>
                <a:gd name="connsiteX17" fmla="*/ 2689225 w 2689225"/>
                <a:gd name="connsiteY17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847725 w 2689225"/>
                <a:gd name="connsiteY4" fmla="*/ 218939 h 1119057"/>
                <a:gd name="connsiteX5" fmla="*/ 930275 w 2689225"/>
                <a:gd name="connsiteY5" fmla="*/ 72889 h 1119057"/>
                <a:gd name="connsiteX6" fmla="*/ 1095375 w 2689225"/>
                <a:gd name="connsiteY6" fmla="*/ 3039 h 1119057"/>
                <a:gd name="connsiteX7" fmla="*/ 1238250 w 2689225"/>
                <a:gd name="connsiteY7" fmla="*/ 168139 h 1119057"/>
                <a:gd name="connsiteX8" fmla="*/ 1336675 w 2689225"/>
                <a:gd name="connsiteY8" fmla="*/ 526914 h 1119057"/>
                <a:gd name="connsiteX9" fmla="*/ 1441450 w 2689225"/>
                <a:gd name="connsiteY9" fmla="*/ 777739 h 1119057"/>
                <a:gd name="connsiteX10" fmla="*/ 1527175 w 2689225"/>
                <a:gd name="connsiteY10" fmla="*/ 847589 h 1119057"/>
                <a:gd name="connsiteX11" fmla="*/ 1654175 w 2689225"/>
                <a:gd name="connsiteY11" fmla="*/ 825364 h 1119057"/>
                <a:gd name="connsiteX12" fmla="*/ 1822450 w 2689225"/>
                <a:gd name="connsiteY12" fmla="*/ 552314 h 1119057"/>
                <a:gd name="connsiteX13" fmla="*/ 1930400 w 2689225"/>
                <a:gd name="connsiteY13" fmla="*/ 339589 h 1119057"/>
                <a:gd name="connsiteX14" fmla="*/ 2133600 w 2689225"/>
                <a:gd name="connsiteY14" fmla="*/ 244339 h 1119057"/>
                <a:gd name="connsiteX15" fmla="*/ 2320925 w 2689225"/>
                <a:gd name="connsiteY15" fmla="*/ 501514 h 1119057"/>
                <a:gd name="connsiteX16" fmla="*/ 2689225 w 2689225"/>
                <a:gd name="connsiteY16" fmla="*/ 895214 h 1119057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1610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133600 w 2689225"/>
                <a:gd name="connsiteY12" fmla="*/ 244077 h 1118795"/>
                <a:gd name="connsiteX13" fmla="*/ 2320925 w 2689225"/>
                <a:gd name="connsiteY13" fmla="*/ 501252 h 1118795"/>
                <a:gd name="connsiteX14" fmla="*/ 2689225 w 2689225"/>
                <a:gd name="connsiteY14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320925 w 2689225"/>
                <a:gd name="connsiteY12" fmla="*/ 501252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1290 h 1119233"/>
                <a:gd name="connsiteX1" fmla="*/ 241300 w 2689225"/>
                <a:gd name="connsiteY1" fmla="*/ 1111290 h 1119233"/>
                <a:gd name="connsiteX2" fmla="*/ 415925 w 2689225"/>
                <a:gd name="connsiteY2" fmla="*/ 1028740 h 1119233"/>
                <a:gd name="connsiteX3" fmla="*/ 593725 w 2689225"/>
                <a:gd name="connsiteY3" fmla="*/ 816015 h 1119233"/>
                <a:gd name="connsiteX4" fmla="*/ 847725 w 2689225"/>
                <a:gd name="connsiteY4" fmla="*/ 219115 h 1119233"/>
                <a:gd name="connsiteX5" fmla="*/ 930275 w 2689225"/>
                <a:gd name="connsiteY5" fmla="*/ 68302 h 1119233"/>
                <a:gd name="connsiteX6" fmla="*/ 1095375 w 2689225"/>
                <a:gd name="connsiteY6" fmla="*/ 3215 h 1119233"/>
                <a:gd name="connsiteX7" fmla="*/ 1238250 w 2689225"/>
                <a:gd name="connsiteY7" fmla="*/ 168315 h 1119233"/>
                <a:gd name="connsiteX8" fmla="*/ 1336675 w 2689225"/>
                <a:gd name="connsiteY8" fmla="*/ 527090 h 1119233"/>
                <a:gd name="connsiteX9" fmla="*/ 1441450 w 2689225"/>
                <a:gd name="connsiteY9" fmla="*/ 777915 h 1119233"/>
                <a:gd name="connsiteX10" fmla="*/ 1654175 w 2689225"/>
                <a:gd name="connsiteY10" fmla="*/ 825540 h 1119233"/>
                <a:gd name="connsiteX11" fmla="*/ 1930400 w 2689225"/>
                <a:gd name="connsiteY11" fmla="*/ 333415 h 1119233"/>
                <a:gd name="connsiteX12" fmla="*/ 2286000 w 2689225"/>
                <a:gd name="connsiteY12" fmla="*/ 395328 h 1119233"/>
                <a:gd name="connsiteX13" fmla="*/ 2689225 w 2689225"/>
                <a:gd name="connsiteY13" fmla="*/ 895390 h 1119233"/>
                <a:gd name="connsiteX0" fmla="*/ 0 w 2689225"/>
                <a:gd name="connsiteY0" fmla="*/ 1110846 h 1118789"/>
                <a:gd name="connsiteX1" fmla="*/ 241300 w 2689225"/>
                <a:gd name="connsiteY1" fmla="*/ 1110846 h 1118789"/>
                <a:gd name="connsiteX2" fmla="*/ 415925 w 2689225"/>
                <a:gd name="connsiteY2" fmla="*/ 1028296 h 1118789"/>
                <a:gd name="connsiteX3" fmla="*/ 593725 w 2689225"/>
                <a:gd name="connsiteY3" fmla="*/ 815571 h 1118789"/>
                <a:gd name="connsiteX4" fmla="*/ 847725 w 2689225"/>
                <a:gd name="connsiteY4" fmla="*/ 218671 h 1118789"/>
                <a:gd name="connsiteX5" fmla="*/ 930275 w 2689225"/>
                <a:gd name="connsiteY5" fmla="*/ 67858 h 1118789"/>
                <a:gd name="connsiteX6" fmla="*/ 1095375 w 2689225"/>
                <a:gd name="connsiteY6" fmla="*/ 2771 h 1118789"/>
                <a:gd name="connsiteX7" fmla="*/ 1238250 w 2689225"/>
                <a:gd name="connsiteY7" fmla="*/ 167871 h 1118789"/>
                <a:gd name="connsiteX8" fmla="*/ 1336675 w 2689225"/>
                <a:gd name="connsiteY8" fmla="*/ 526646 h 1118789"/>
                <a:gd name="connsiteX9" fmla="*/ 1441450 w 2689225"/>
                <a:gd name="connsiteY9" fmla="*/ 777471 h 1118789"/>
                <a:gd name="connsiteX10" fmla="*/ 1654175 w 2689225"/>
                <a:gd name="connsiteY10" fmla="*/ 825096 h 1118789"/>
                <a:gd name="connsiteX11" fmla="*/ 1930400 w 2689225"/>
                <a:gd name="connsiteY11" fmla="*/ 332971 h 1118789"/>
                <a:gd name="connsiteX12" fmla="*/ 2286000 w 2689225"/>
                <a:gd name="connsiteY12" fmla="*/ 394884 h 1118789"/>
                <a:gd name="connsiteX13" fmla="*/ 2689225 w 2689225"/>
                <a:gd name="connsiteY13" fmla="*/ 894946 h 1118789"/>
                <a:gd name="connsiteX0" fmla="*/ 0 w 2689225"/>
                <a:gd name="connsiteY0" fmla="*/ 1111986 h 1119929"/>
                <a:gd name="connsiteX1" fmla="*/ 241300 w 2689225"/>
                <a:gd name="connsiteY1" fmla="*/ 1111986 h 1119929"/>
                <a:gd name="connsiteX2" fmla="*/ 415925 w 2689225"/>
                <a:gd name="connsiteY2" fmla="*/ 1029436 h 1119929"/>
                <a:gd name="connsiteX3" fmla="*/ 593725 w 2689225"/>
                <a:gd name="connsiteY3" fmla="*/ 816711 h 1119929"/>
                <a:gd name="connsiteX4" fmla="*/ 847725 w 2689225"/>
                <a:gd name="connsiteY4" fmla="*/ 219811 h 1119929"/>
                <a:gd name="connsiteX5" fmla="*/ 930275 w 2689225"/>
                <a:gd name="connsiteY5" fmla="*/ 68998 h 1119929"/>
                <a:gd name="connsiteX6" fmla="*/ 1095375 w 2689225"/>
                <a:gd name="connsiteY6" fmla="*/ 3911 h 1119929"/>
                <a:gd name="connsiteX7" fmla="*/ 1238250 w 2689225"/>
                <a:gd name="connsiteY7" fmla="*/ 169011 h 1119929"/>
                <a:gd name="connsiteX8" fmla="*/ 1336675 w 2689225"/>
                <a:gd name="connsiteY8" fmla="*/ 527786 h 1119929"/>
                <a:gd name="connsiteX9" fmla="*/ 1441450 w 2689225"/>
                <a:gd name="connsiteY9" fmla="*/ 778611 h 1119929"/>
                <a:gd name="connsiteX10" fmla="*/ 1654175 w 2689225"/>
                <a:gd name="connsiteY10" fmla="*/ 826236 h 1119929"/>
                <a:gd name="connsiteX11" fmla="*/ 1930400 w 2689225"/>
                <a:gd name="connsiteY11" fmla="*/ 334111 h 1119929"/>
                <a:gd name="connsiteX12" fmla="*/ 2286000 w 2689225"/>
                <a:gd name="connsiteY12" fmla="*/ 396024 h 1119929"/>
                <a:gd name="connsiteX13" fmla="*/ 2689225 w 2689225"/>
                <a:gd name="connsiteY13" fmla="*/ 896086 h 1119929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3027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2392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3146 h 1121089"/>
                <a:gd name="connsiteX1" fmla="*/ 241300 w 2689225"/>
                <a:gd name="connsiteY1" fmla="*/ 1113146 h 1121089"/>
                <a:gd name="connsiteX2" fmla="*/ 415925 w 2689225"/>
                <a:gd name="connsiteY2" fmla="*/ 1030596 h 1121089"/>
                <a:gd name="connsiteX3" fmla="*/ 593725 w 2689225"/>
                <a:gd name="connsiteY3" fmla="*/ 817871 h 1121089"/>
                <a:gd name="connsiteX4" fmla="*/ 847725 w 2689225"/>
                <a:gd name="connsiteY4" fmla="*/ 220971 h 1121089"/>
                <a:gd name="connsiteX5" fmla="*/ 923925 w 2689225"/>
                <a:gd name="connsiteY5" fmla="*/ 70158 h 1121089"/>
                <a:gd name="connsiteX6" fmla="*/ 1095375 w 2689225"/>
                <a:gd name="connsiteY6" fmla="*/ 5071 h 1121089"/>
                <a:gd name="connsiteX7" fmla="*/ 1238250 w 2689225"/>
                <a:gd name="connsiteY7" fmla="*/ 170171 h 1121089"/>
                <a:gd name="connsiteX8" fmla="*/ 1336675 w 2689225"/>
                <a:gd name="connsiteY8" fmla="*/ 528946 h 1121089"/>
                <a:gd name="connsiteX9" fmla="*/ 1441450 w 2689225"/>
                <a:gd name="connsiteY9" fmla="*/ 779771 h 1121089"/>
                <a:gd name="connsiteX10" fmla="*/ 1654175 w 2689225"/>
                <a:gd name="connsiteY10" fmla="*/ 827396 h 1121089"/>
                <a:gd name="connsiteX11" fmla="*/ 1930400 w 2689225"/>
                <a:gd name="connsiteY11" fmla="*/ 335271 h 1121089"/>
                <a:gd name="connsiteX12" fmla="*/ 2286000 w 2689225"/>
                <a:gd name="connsiteY12" fmla="*/ 397184 h 1121089"/>
                <a:gd name="connsiteX13" fmla="*/ 2689225 w 2689225"/>
                <a:gd name="connsiteY13" fmla="*/ 897246 h 112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89225" h="1121089">
                  <a:moveTo>
                    <a:pt x="0" y="1113146"/>
                  </a:moveTo>
                  <a:cubicBezTo>
                    <a:pt x="85989" y="1120025"/>
                    <a:pt x="171979" y="1126904"/>
                    <a:pt x="241300" y="1113146"/>
                  </a:cubicBezTo>
                  <a:cubicBezTo>
                    <a:pt x="310621" y="1099388"/>
                    <a:pt x="357188" y="1079808"/>
                    <a:pt x="415925" y="1030596"/>
                  </a:cubicBezTo>
                  <a:cubicBezTo>
                    <a:pt x="474663" y="981383"/>
                    <a:pt x="521758" y="952808"/>
                    <a:pt x="593725" y="817871"/>
                  </a:cubicBezTo>
                  <a:cubicBezTo>
                    <a:pt x="665692" y="682934"/>
                    <a:pt x="792692" y="345590"/>
                    <a:pt x="847725" y="220971"/>
                  </a:cubicBezTo>
                  <a:cubicBezTo>
                    <a:pt x="902758" y="96352"/>
                    <a:pt x="885824" y="126780"/>
                    <a:pt x="923925" y="70158"/>
                  </a:cubicBezTo>
                  <a:cubicBezTo>
                    <a:pt x="962026" y="13536"/>
                    <a:pt x="1042988" y="-11598"/>
                    <a:pt x="1095375" y="5071"/>
                  </a:cubicBezTo>
                  <a:cubicBezTo>
                    <a:pt x="1147762" y="21740"/>
                    <a:pt x="1193270" y="52697"/>
                    <a:pt x="1238250" y="170171"/>
                  </a:cubicBezTo>
                  <a:cubicBezTo>
                    <a:pt x="1283230" y="287645"/>
                    <a:pt x="1302808" y="427346"/>
                    <a:pt x="1336675" y="528946"/>
                  </a:cubicBezTo>
                  <a:cubicBezTo>
                    <a:pt x="1370542" y="630546"/>
                    <a:pt x="1382183" y="704629"/>
                    <a:pt x="1441450" y="779771"/>
                  </a:cubicBezTo>
                  <a:cubicBezTo>
                    <a:pt x="1500717" y="854913"/>
                    <a:pt x="1572683" y="901479"/>
                    <a:pt x="1654175" y="827396"/>
                  </a:cubicBezTo>
                  <a:cubicBezTo>
                    <a:pt x="1735667" y="753313"/>
                    <a:pt x="1855259" y="430786"/>
                    <a:pt x="1930400" y="335271"/>
                  </a:cubicBezTo>
                  <a:cubicBezTo>
                    <a:pt x="2005541" y="239756"/>
                    <a:pt x="2083329" y="161705"/>
                    <a:pt x="2286000" y="397184"/>
                  </a:cubicBezTo>
                  <a:cubicBezTo>
                    <a:pt x="2378604" y="505663"/>
                    <a:pt x="2551377" y="754635"/>
                    <a:pt x="2689225" y="897246"/>
                  </a:cubicBezTo>
                </a:path>
              </a:pathLst>
            </a:custGeom>
            <a:noFill/>
            <a:ln w="130175">
              <a:gradFill>
                <a:gsLst>
                  <a:gs pos="55000">
                    <a:srgbClr val="FF0000"/>
                  </a:gs>
                  <a:gs pos="79000">
                    <a:srgbClr val="2577BB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</a:t>
              </a:r>
            </a:p>
          </p:txBody>
        </p:sp>
        <p:grpSp>
          <p:nvGrpSpPr>
            <p:cNvPr id="183" name="Groupe 182">
              <a:extLst>
                <a:ext uri="{FF2B5EF4-FFF2-40B4-BE49-F238E27FC236}">
                  <a16:creationId xmlns:a16="http://schemas.microsoft.com/office/drawing/2014/main" id="{1B4B5DDC-1465-4843-2431-318318312058}"/>
                </a:ext>
              </a:extLst>
            </p:cNvPr>
            <p:cNvGrpSpPr/>
            <p:nvPr/>
          </p:nvGrpSpPr>
          <p:grpSpPr>
            <a:xfrm>
              <a:off x="2849172" y="1016417"/>
              <a:ext cx="1996864" cy="1615104"/>
              <a:chOff x="5920938" y="2182282"/>
              <a:chExt cx="1996864" cy="1615104"/>
            </a:xfrm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C850FD22-BC4A-408A-AD70-3B50DFDEF813}"/>
                  </a:ext>
                </a:extLst>
              </p:cNvPr>
              <p:cNvSpPr/>
              <p:nvPr/>
            </p:nvSpPr>
            <p:spPr>
              <a:xfrm rot="2652461">
                <a:off x="7193491" y="3272240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9DDE5042-6067-62E5-1DBA-C418D181882A}"/>
                  </a:ext>
                </a:extLst>
              </p:cNvPr>
              <p:cNvSpPr/>
              <p:nvPr/>
            </p:nvSpPr>
            <p:spPr>
              <a:xfrm rot="18861597">
                <a:off x="7126707" y="2899831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187" name="Groupe 186">
                <a:extLst>
                  <a:ext uri="{FF2B5EF4-FFF2-40B4-BE49-F238E27FC236}">
                    <a16:creationId xmlns:a16="http://schemas.microsoft.com/office/drawing/2014/main" id="{840A5CC6-FEF3-5B29-63F2-65B419B40E73}"/>
                  </a:ext>
                </a:extLst>
              </p:cNvPr>
              <p:cNvGrpSpPr/>
              <p:nvPr/>
            </p:nvGrpSpPr>
            <p:grpSpPr>
              <a:xfrm>
                <a:off x="5920938" y="2182282"/>
                <a:ext cx="1996864" cy="1615104"/>
                <a:chOff x="5920938" y="2182282"/>
                <a:chExt cx="1996864" cy="1615104"/>
              </a:xfrm>
            </p:grpSpPr>
            <p:sp>
              <p:nvSpPr>
                <p:cNvPr id="188" name="Ellipse 187">
                  <a:extLst>
                    <a:ext uri="{FF2B5EF4-FFF2-40B4-BE49-F238E27FC236}">
                      <a16:creationId xmlns:a16="http://schemas.microsoft.com/office/drawing/2014/main" id="{71927838-9419-CF6A-BA30-8252FA326473}"/>
                    </a:ext>
                  </a:extLst>
                </p:cNvPr>
                <p:cNvSpPr/>
                <p:nvPr/>
              </p:nvSpPr>
              <p:spPr>
                <a:xfrm>
                  <a:off x="6354234" y="2182282"/>
                  <a:ext cx="399600" cy="397933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89" name="Ellipse 188">
                  <a:extLst>
                    <a:ext uri="{FF2B5EF4-FFF2-40B4-BE49-F238E27FC236}">
                      <a16:creationId xmlns:a16="http://schemas.microsoft.com/office/drawing/2014/main" id="{1D15914F-A442-111E-8A0D-D4F6433AEAFB}"/>
                    </a:ext>
                  </a:extLst>
                </p:cNvPr>
                <p:cNvSpPr/>
                <p:nvPr/>
              </p:nvSpPr>
              <p:spPr>
                <a:xfrm>
                  <a:off x="7480827" y="2502022"/>
                  <a:ext cx="409047" cy="407341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0" name="Ellipse 189">
                  <a:extLst>
                    <a:ext uri="{FF2B5EF4-FFF2-40B4-BE49-F238E27FC236}">
                      <a16:creationId xmlns:a16="http://schemas.microsoft.com/office/drawing/2014/main" id="{DDAF2555-DD84-DEA2-CAF9-DFEF8063DE62}"/>
                    </a:ext>
                  </a:extLst>
                </p:cNvPr>
                <p:cNvSpPr/>
                <p:nvPr/>
              </p:nvSpPr>
              <p:spPr>
                <a:xfrm>
                  <a:off x="7511002" y="3329387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1" name="Ellipse 190">
                  <a:extLst>
                    <a:ext uri="{FF2B5EF4-FFF2-40B4-BE49-F238E27FC236}">
                      <a16:creationId xmlns:a16="http://schemas.microsoft.com/office/drawing/2014/main" id="{066CA504-B852-2153-690E-788563893343}"/>
                    </a:ext>
                  </a:extLst>
                </p:cNvPr>
                <p:cNvSpPr/>
                <p:nvPr/>
              </p:nvSpPr>
              <p:spPr>
                <a:xfrm>
                  <a:off x="7000666" y="2927351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2" name="Ellipse 191">
                  <a:extLst>
                    <a:ext uri="{FF2B5EF4-FFF2-40B4-BE49-F238E27FC236}">
                      <a16:creationId xmlns:a16="http://schemas.microsoft.com/office/drawing/2014/main" id="{73856A13-A04C-C23E-7476-43B9B999E2BB}"/>
                    </a:ext>
                  </a:extLst>
                </p:cNvPr>
                <p:cNvSpPr/>
                <p:nvPr/>
              </p:nvSpPr>
              <p:spPr>
                <a:xfrm>
                  <a:off x="6327982" y="3390586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0266C076-F480-108E-755C-F75D55DC87DE}"/>
                    </a:ext>
                  </a:extLst>
                </p:cNvPr>
                <p:cNvSpPr/>
                <p:nvPr/>
              </p:nvSpPr>
              <p:spPr>
                <a:xfrm rot="2890174">
                  <a:off x="6450539" y="2751248"/>
                  <a:ext cx="926528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3E6A72FD-C981-98C8-BAEA-7086ED6A1CC9}"/>
                    </a:ext>
                  </a:extLst>
                </p:cNvPr>
                <p:cNvSpPr/>
                <p:nvPr/>
              </p:nvSpPr>
              <p:spPr>
                <a:xfrm rot="18912334">
                  <a:off x="5920938" y="2656779"/>
                  <a:ext cx="659362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 </a:t>
                  </a:r>
                </a:p>
              </p:txBody>
            </p:sp>
          </p:grpSp>
        </p:grpSp>
        <p:sp>
          <p:nvSpPr>
            <p:cNvPr id="184" name="Forme libre : forme 183">
              <a:extLst>
                <a:ext uri="{FF2B5EF4-FFF2-40B4-BE49-F238E27FC236}">
                  <a16:creationId xmlns:a16="http://schemas.microsoft.com/office/drawing/2014/main" id="{70EBD1B7-3002-9657-B67C-E53C584A5687}"/>
                </a:ext>
              </a:extLst>
            </p:cNvPr>
            <p:cNvSpPr/>
            <p:nvPr/>
          </p:nvSpPr>
          <p:spPr>
            <a:xfrm>
              <a:off x="463315" y="340176"/>
              <a:ext cx="3543794" cy="2806588"/>
            </a:xfrm>
            <a:custGeom>
              <a:avLst/>
              <a:gdLst>
                <a:gd name="connsiteX0" fmla="*/ 293934 w 3543794"/>
                <a:gd name="connsiteY0" fmla="*/ 0 h 2806588"/>
                <a:gd name="connsiteX1" fmla="*/ 3249860 w 3543794"/>
                <a:gd name="connsiteY1" fmla="*/ 0 h 2806588"/>
                <a:gd name="connsiteX2" fmla="*/ 3543794 w 3543794"/>
                <a:gd name="connsiteY2" fmla="*/ 293934 h 2806588"/>
                <a:gd name="connsiteX3" fmla="*/ 3543794 w 3543794"/>
                <a:gd name="connsiteY3" fmla="*/ 1172555 h 2806588"/>
                <a:gd name="connsiteX4" fmla="*/ 3400811 w 3543794"/>
                <a:gd name="connsiteY4" fmla="*/ 1012808 h 2806588"/>
                <a:gd name="connsiteX5" fmla="*/ 3400811 w 3543794"/>
                <a:gd name="connsiteY5" fmla="*/ 353422 h 2806588"/>
                <a:gd name="connsiteX6" fmla="*/ 3199733 w 3543794"/>
                <a:gd name="connsiteY6" fmla="*/ 152344 h 2806588"/>
                <a:gd name="connsiteX7" fmla="*/ 346455 w 3543794"/>
                <a:gd name="connsiteY7" fmla="*/ 152344 h 2806588"/>
                <a:gd name="connsiteX8" fmla="*/ 145377 w 3543794"/>
                <a:gd name="connsiteY8" fmla="*/ 353422 h 2806588"/>
                <a:gd name="connsiteX9" fmla="*/ 145377 w 3543794"/>
                <a:gd name="connsiteY9" fmla="*/ 2453166 h 2806588"/>
                <a:gd name="connsiteX10" fmla="*/ 346455 w 3543794"/>
                <a:gd name="connsiteY10" fmla="*/ 2654244 h 2806588"/>
                <a:gd name="connsiteX11" fmla="*/ 3199733 w 3543794"/>
                <a:gd name="connsiteY11" fmla="*/ 2654244 h 2806588"/>
                <a:gd name="connsiteX12" fmla="*/ 3400811 w 3543794"/>
                <a:gd name="connsiteY12" fmla="*/ 2453166 h 2806588"/>
                <a:gd name="connsiteX13" fmla="*/ 3400811 w 3543794"/>
                <a:gd name="connsiteY13" fmla="*/ 1920315 h 2806588"/>
                <a:gd name="connsiteX14" fmla="*/ 3440550 w 3543794"/>
                <a:gd name="connsiteY14" fmla="*/ 1953102 h 2806588"/>
                <a:gd name="connsiteX15" fmla="*/ 3507197 w 3543794"/>
                <a:gd name="connsiteY15" fmla="*/ 1989277 h 2806588"/>
                <a:gd name="connsiteX16" fmla="*/ 3543794 w 3543794"/>
                <a:gd name="connsiteY16" fmla="*/ 2000637 h 2806588"/>
                <a:gd name="connsiteX17" fmla="*/ 3543794 w 3543794"/>
                <a:gd name="connsiteY17" fmla="*/ 2512654 h 2806588"/>
                <a:gd name="connsiteX18" fmla="*/ 3249860 w 3543794"/>
                <a:gd name="connsiteY18" fmla="*/ 2806588 h 2806588"/>
                <a:gd name="connsiteX19" fmla="*/ 293934 w 3543794"/>
                <a:gd name="connsiteY19" fmla="*/ 2806588 h 2806588"/>
                <a:gd name="connsiteX20" fmla="*/ 0 w 3543794"/>
                <a:gd name="connsiteY20" fmla="*/ 2512654 h 2806588"/>
                <a:gd name="connsiteX21" fmla="*/ 0 w 3543794"/>
                <a:gd name="connsiteY21" fmla="*/ 293934 h 2806588"/>
                <a:gd name="connsiteX22" fmla="*/ 293934 w 3543794"/>
                <a:gd name="connsiteY22" fmla="*/ 0 h 280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43794" h="2806588">
                  <a:moveTo>
                    <a:pt x="293934" y="0"/>
                  </a:moveTo>
                  <a:lnTo>
                    <a:pt x="3249860" y="0"/>
                  </a:lnTo>
                  <a:cubicBezTo>
                    <a:pt x="3412195" y="0"/>
                    <a:pt x="3543794" y="131599"/>
                    <a:pt x="3543794" y="293934"/>
                  </a:cubicBezTo>
                  <a:lnTo>
                    <a:pt x="3543794" y="1172555"/>
                  </a:lnTo>
                  <a:lnTo>
                    <a:pt x="3400811" y="1012808"/>
                  </a:lnTo>
                  <a:lnTo>
                    <a:pt x="3400811" y="353422"/>
                  </a:lnTo>
                  <a:cubicBezTo>
                    <a:pt x="3400811" y="242370"/>
                    <a:pt x="3310785" y="152344"/>
                    <a:pt x="3199733" y="152344"/>
                  </a:cubicBezTo>
                  <a:lnTo>
                    <a:pt x="346455" y="152344"/>
                  </a:lnTo>
                  <a:cubicBezTo>
                    <a:pt x="235403" y="152344"/>
                    <a:pt x="145377" y="242370"/>
                    <a:pt x="145377" y="353422"/>
                  </a:cubicBezTo>
                  <a:lnTo>
                    <a:pt x="145377" y="2453166"/>
                  </a:lnTo>
                  <a:cubicBezTo>
                    <a:pt x="145377" y="2564218"/>
                    <a:pt x="235403" y="2654244"/>
                    <a:pt x="346455" y="2654244"/>
                  </a:cubicBezTo>
                  <a:lnTo>
                    <a:pt x="3199733" y="2654244"/>
                  </a:lnTo>
                  <a:cubicBezTo>
                    <a:pt x="3310785" y="2654244"/>
                    <a:pt x="3400811" y="2564218"/>
                    <a:pt x="3400811" y="2453166"/>
                  </a:cubicBezTo>
                  <a:lnTo>
                    <a:pt x="3400811" y="1920315"/>
                  </a:lnTo>
                  <a:lnTo>
                    <a:pt x="3440550" y="1953102"/>
                  </a:lnTo>
                  <a:cubicBezTo>
                    <a:pt x="3461423" y="1967204"/>
                    <a:pt x="3483726" y="1979350"/>
                    <a:pt x="3507197" y="1989277"/>
                  </a:cubicBezTo>
                  <a:lnTo>
                    <a:pt x="3543794" y="2000637"/>
                  </a:lnTo>
                  <a:lnTo>
                    <a:pt x="3543794" y="2512654"/>
                  </a:lnTo>
                  <a:cubicBezTo>
                    <a:pt x="3543794" y="2674989"/>
                    <a:pt x="3412195" y="2806588"/>
                    <a:pt x="3249860" y="2806588"/>
                  </a:cubicBezTo>
                  <a:lnTo>
                    <a:pt x="293934" y="2806588"/>
                  </a:lnTo>
                  <a:cubicBezTo>
                    <a:pt x="131599" y="2806588"/>
                    <a:pt x="0" y="2674989"/>
                    <a:pt x="0" y="2512654"/>
                  </a:cubicBezTo>
                  <a:lnTo>
                    <a:pt x="0" y="293934"/>
                  </a:lnTo>
                  <a:cubicBezTo>
                    <a:pt x="0" y="131599"/>
                    <a:pt x="131599" y="0"/>
                    <a:pt x="29393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55B22032-855E-A058-303F-A303D7AB1A9A}"/>
              </a:ext>
            </a:extLst>
          </p:cNvPr>
          <p:cNvGrpSpPr/>
          <p:nvPr/>
        </p:nvGrpSpPr>
        <p:grpSpPr>
          <a:xfrm>
            <a:off x="347339" y="2804982"/>
            <a:ext cx="4993880" cy="1862048"/>
            <a:chOff x="5562993" y="4114780"/>
            <a:chExt cx="4993880" cy="1862048"/>
          </a:xfrm>
        </p:grpSpPr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9E886616-91DC-A8A9-6E43-529A59FC76C9}"/>
                </a:ext>
              </a:extLst>
            </p:cNvPr>
            <p:cNvSpPr txBox="1"/>
            <p:nvPr/>
          </p:nvSpPr>
          <p:spPr>
            <a:xfrm>
              <a:off x="7974150" y="4114780"/>
              <a:ext cx="1164287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500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11500" dirty="0">
                <a:ln w="3175">
                  <a:solidFill>
                    <a:schemeClr val="bg1"/>
                  </a:solidFill>
                </a:ln>
                <a:latin typeface="Arial Rounded MT Bold" panose="020F0704030504030204" pitchFamily="34" charset="0"/>
              </a:endParaRPr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3540B9A2-F5D3-AA2F-1666-3E6F9E3A2DAF}"/>
                </a:ext>
              </a:extLst>
            </p:cNvPr>
            <p:cNvSpPr txBox="1"/>
            <p:nvPr/>
          </p:nvSpPr>
          <p:spPr>
            <a:xfrm>
              <a:off x="5562993" y="4297698"/>
              <a:ext cx="2616965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9600" dirty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nirs</a:t>
              </a:r>
              <a:endParaRPr lang="fr-FR" dirty="0">
                <a:ln w="3175">
                  <a:solidFill>
                    <a:schemeClr val="bg1"/>
                  </a:solidFill>
                </a:ln>
                <a:solidFill>
                  <a:srgbClr val="2577BB"/>
                </a:solidFill>
              </a:endParaRP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FAE9D496-7367-BF31-3361-F42DC27B0579}"/>
                </a:ext>
              </a:extLst>
            </p:cNvPr>
            <p:cNvSpPr txBox="1"/>
            <p:nvPr/>
          </p:nvSpPr>
          <p:spPr>
            <a:xfrm>
              <a:off x="8986306" y="4297698"/>
              <a:ext cx="1570567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9600" dirty="0">
                  <a:ln w="3175">
                    <a:solidFill>
                      <a:schemeClr val="bg1"/>
                    </a:solidFill>
                  </a:ln>
                  <a:latin typeface="Arial Rounded MT Bold" panose="020F0704030504030204" pitchFamily="34" charset="0"/>
                </a:rPr>
                <a:t>all</a:t>
              </a:r>
              <a:endParaRPr lang="fr-FR" dirty="0">
                <a:ln w="3175">
                  <a:solidFill>
                    <a:schemeClr val="bg1"/>
                  </a:solidFill>
                </a:ln>
              </a:endParaRPr>
            </a:p>
          </p:txBody>
        </p:sp>
      </p:grpSp>
      <p:pic>
        <p:nvPicPr>
          <p:cNvPr id="46" name="Image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168" y="5143818"/>
            <a:ext cx="1686129" cy="1300541"/>
          </a:xfrm>
          <a:prstGeom prst="rect">
            <a:avLst/>
          </a:prstGeom>
        </p:spPr>
      </p:pic>
      <p:pic>
        <p:nvPicPr>
          <p:cNvPr id="47" name="Imag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086" y="5235634"/>
            <a:ext cx="1077373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418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8D969-8965-D131-1193-8B1BA255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36">
            <a:extLst>
              <a:ext uri="{FF2B5EF4-FFF2-40B4-BE49-F238E27FC236}">
                <a16:creationId xmlns:a16="http://schemas.microsoft.com/office/drawing/2014/main" id="{BF078032-FF98-7788-2BFB-0456B73B8964}"/>
              </a:ext>
            </a:extLst>
          </p:cNvPr>
          <p:cNvSpPr/>
          <p:nvPr/>
        </p:nvSpPr>
        <p:spPr>
          <a:xfrm>
            <a:off x="6145485" y="0"/>
            <a:ext cx="6081219" cy="6858000"/>
          </a:xfrm>
          <a:prstGeom prst="rect">
            <a:avLst/>
          </a:prstGeom>
          <a:solidFill>
            <a:srgbClr val="C9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2" name="Image 111">
            <a:extLst>
              <a:ext uri="{FF2B5EF4-FFF2-40B4-BE49-F238E27FC236}">
                <a16:creationId xmlns:a16="http://schemas.microsoft.com/office/drawing/2014/main" id="{A1C6A960-6B1B-FF2B-86BE-A72E6F713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691" y="4781897"/>
            <a:ext cx="273427" cy="221755"/>
          </a:xfrm>
          <a:prstGeom prst="rect">
            <a:avLst/>
          </a:prstGeom>
        </p:spPr>
      </p:pic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FB3AC919-7B5A-8A09-E403-FFABB24D4190}"/>
              </a:ext>
            </a:extLst>
          </p:cNvPr>
          <p:cNvGrpSpPr/>
          <p:nvPr/>
        </p:nvGrpSpPr>
        <p:grpSpPr>
          <a:xfrm>
            <a:off x="6913760" y="2813943"/>
            <a:ext cx="4993880" cy="1862048"/>
            <a:chOff x="5562993" y="4114780"/>
            <a:chExt cx="4993880" cy="1862048"/>
          </a:xfrm>
        </p:grpSpPr>
        <p:sp>
          <p:nvSpPr>
            <p:cNvPr id="114" name="ZoneTexte 113">
              <a:extLst>
                <a:ext uri="{FF2B5EF4-FFF2-40B4-BE49-F238E27FC236}">
                  <a16:creationId xmlns:a16="http://schemas.microsoft.com/office/drawing/2014/main" id="{4C4507A6-86C3-BE81-B7F8-EF4CD3620EAD}"/>
                </a:ext>
              </a:extLst>
            </p:cNvPr>
            <p:cNvSpPr txBox="1"/>
            <p:nvPr/>
          </p:nvSpPr>
          <p:spPr>
            <a:xfrm>
              <a:off x="7974150" y="4114780"/>
              <a:ext cx="1164287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500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11500" dirty="0">
                <a:ln w="3175">
                  <a:solidFill>
                    <a:schemeClr val="bg1"/>
                  </a:solidFill>
                </a:ln>
                <a:latin typeface="Arial Rounded MT Bold" panose="020F0704030504030204" pitchFamily="34" charset="0"/>
              </a:endParaRPr>
            </a:p>
          </p:txBody>
        </p:sp>
        <p:sp>
          <p:nvSpPr>
            <p:cNvPr id="115" name="ZoneTexte 114">
              <a:extLst>
                <a:ext uri="{FF2B5EF4-FFF2-40B4-BE49-F238E27FC236}">
                  <a16:creationId xmlns:a16="http://schemas.microsoft.com/office/drawing/2014/main" id="{621DF6F1-2888-C487-6CCF-56C1F8BEC772}"/>
                </a:ext>
              </a:extLst>
            </p:cNvPr>
            <p:cNvSpPr txBox="1"/>
            <p:nvPr/>
          </p:nvSpPr>
          <p:spPr>
            <a:xfrm>
              <a:off x="5562993" y="4297698"/>
              <a:ext cx="2616965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9600" dirty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nirs</a:t>
              </a:r>
              <a:endParaRPr lang="fr-FR" dirty="0">
                <a:ln w="3175">
                  <a:solidFill>
                    <a:schemeClr val="bg1"/>
                  </a:solidFill>
                </a:ln>
                <a:solidFill>
                  <a:srgbClr val="2577BB"/>
                </a:solidFill>
              </a:endParaRPr>
            </a:p>
          </p:txBody>
        </p:sp>
        <p:sp>
          <p:nvSpPr>
            <p:cNvPr id="116" name="ZoneTexte 115">
              <a:extLst>
                <a:ext uri="{FF2B5EF4-FFF2-40B4-BE49-F238E27FC236}">
                  <a16:creationId xmlns:a16="http://schemas.microsoft.com/office/drawing/2014/main" id="{F3B7A320-B7C4-842A-BAB3-2F0CE8C2AA9D}"/>
                </a:ext>
              </a:extLst>
            </p:cNvPr>
            <p:cNvSpPr txBox="1"/>
            <p:nvPr/>
          </p:nvSpPr>
          <p:spPr>
            <a:xfrm>
              <a:off x="8986306" y="4297698"/>
              <a:ext cx="1570567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9600" dirty="0">
                  <a:ln w="3175">
                    <a:solidFill>
                      <a:schemeClr val="bg1"/>
                    </a:solidFill>
                  </a:ln>
                  <a:latin typeface="Arial Rounded MT Bold" panose="020F0704030504030204" pitchFamily="34" charset="0"/>
                </a:rPr>
                <a:t>all</a:t>
              </a:r>
              <a:endParaRPr lang="fr-FR" dirty="0">
                <a:ln w="3175">
                  <a:solidFill>
                    <a:schemeClr val="bg1"/>
                  </a:solidFill>
                </a:ln>
              </a:endParaRPr>
            </a:p>
          </p:txBody>
        </p:sp>
      </p:grpSp>
      <p:pic>
        <p:nvPicPr>
          <p:cNvPr id="162" name="Image 161">
            <a:extLst>
              <a:ext uri="{FF2B5EF4-FFF2-40B4-BE49-F238E27FC236}">
                <a16:creationId xmlns:a16="http://schemas.microsoft.com/office/drawing/2014/main" id="{E3A41667-3B0A-8F7A-EDB9-C8BD1AA2B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68" y="4701859"/>
            <a:ext cx="1195271" cy="981747"/>
          </a:xfrm>
          <a:prstGeom prst="rect">
            <a:avLst/>
          </a:prstGeom>
        </p:spPr>
      </p:pic>
      <p:pic>
        <p:nvPicPr>
          <p:cNvPr id="163" name="Image 162">
            <a:extLst>
              <a:ext uri="{FF2B5EF4-FFF2-40B4-BE49-F238E27FC236}">
                <a16:creationId xmlns:a16="http://schemas.microsoft.com/office/drawing/2014/main" id="{CF9A4E36-6667-A70A-6C80-1283B41E5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891" y="4878720"/>
            <a:ext cx="273427" cy="221755"/>
          </a:xfrm>
          <a:prstGeom prst="rect">
            <a:avLst/>
          </a:prstGeom>
        </p:spPr>
      </p:pic>
      <p:pic>
        <p:nvPicPr>
          <p:cNvPr id="164" name="Image 163">
            <a:extLst>
              <a:ext uri="{FF2B5EF4-FFF2-40B4-BE49-F238E27FC236}">
                <a16:creationId xmlns:a16="http://schemas.microsoft.com/office/drawing/2014/main" id="{339F18A8-1F39-F26F-0981-235818A0F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468" y="4798682"/>
            <a:ext cx="1195271" cy="981747"/>
          </a:xfrm>
          <a:prstGeom prst="rect">
            <a:avLst/>
          </a:prstGeom>
        </p:spPr>
      </p:pic>
      <p:grpSp>
        <p:nvGrpSpPr>
          <p:cNvPr id="179" name="Groupe 178">
            <a:extLst>
              <a:ext uri="{FF2B5EF4-FFF2-40B4-BE49-F238E27FC236}">
                <a16:creationId xmlns:a16="http://schemas.microsoft.com/office/drawing/2014/main" id="{049D62E9-0B78-799E-BD2E-E3F3D31E1D0A}"/>
              </a:ext>
            </a:extLst>
          </p:cNvPr>
          <p:cNvGrpSpPr/>
          <p:nvPr/>
        </p:nvGrpSpPr>
        <p:grpSpPr>
          <a:xfrm>
            <a:off x="463315" y="340176"/>
            <a:ext cx="4562610" cy="2806588"/>
            <a:chOff x="463315" y="340176"/>
            <a:chExt cx="4562610" cy="2806588"/>
          </a:xfrm>
        </p:grpSpPr>
        <p:sp>
          <p:nvSpPr>
            <p:cNvPr id="165" name="Forme libre : forme 164">
              <a:extLst>
                <a:ext uri="{FF2B5EF4-FFF2-40B4-BE49-F238E27FC236}">
                  <a16:creationId xmlns:a16="http://schemas.microsoft.com/office/drawing/2014/main" id="{F83D2FDF-BBBF-4F21-B730-50E12351078F}"/>
                </a:ext>
              </a:extLst>
            </p:cNvPr>
            <p:cNvSpPr/>
            <p:nvPr/>
          </p:nvSpPr>
          <p:spPr>
            <a:xfrm>
              <a:off x="608585" y="492548"/>
              <a:ext cx="4417340" cy="2501900"/>
            </a:xfrm>
            <a:custGeom>
              <a:avLst/>
              <a:gdLst>
                <a:gd name="connsiteX0" fmla="*/ 201078 w 4417340"/>
                <a:gd name="connsiteY0" fmla="*/ 0 h 2501900"/>
                <a:gd name="connsiteX1" fmla="*/ 3054356 w 4417340"/>
                <a:gd name="connsiteY1" fmla="*/ 0 h 2501900"/>
                <a:gd name="connsiteX2" fmla="*/ 3255434 w 4417340"/>
                <a:gd name="connsiteY2" fmla="*/ 201078 h 2501900"/>
                <a:gd name="connsiteX3" fmla="*/ 3255434 w 4417340"/>
                <a:gd name="connsiteY3" fmla="*/ 859213 h 2501900"/>
                <a:gd name="connsiteX4" fmla="*/ 3459729 w 4417340"/>
                <a:gd name="connsiteY4" fmla="*/ 1087460 h 2501900"/>
                <a:gd name="connsiteX5" fmla="*/ 3514649 w 4417340"/>
                <a:gd name="connsiteY5" fmla="*/ 1081924 h 2501900"/>
                <a:gd name="connsiteX6" fmla="*/ 3593722 w 4417340"/>
                <a:gd name="connsiteY6" fmla="*/ 1089895 h 2501900"/>
                <a:gd name="connsiteX7" fmla="*/ 3605912 w 4417340"/>
                <a:gd name="connsiteY7" fmla="*/ 1093679 h 2501900"/>
                <a:gd name="connsiteX8" fmla="*/ 3601411 w 4417340"/>
                <a:gd name="connsiteY8" fmla="*/ 1049221 h 2501900"/>
                <a:gd name="connsiteX9" fmla="*/ 3995934 w 4417340"/>
                <a:gd name="connsiteY9" fmla="*/ 656344 h 2501900"/>
                <a:gd name="connsiteX10" fmla="*/ 4390457 w 4417340"/>
                <a:gd name="connsiteY10" fmla="*/ 1049221 h 2501900"/>
                <a:gd name="connsiteX11" fmla="*/ 3995934 w 4417340"/>
                <a:gd name="connsiteY11" fmla="*/ 1442098 h 2501900"/>
                <a:gd name="connsiteX12" fmla="*/ 3916424 w 4417340"/>
                <a:gd name="connsiteY12" fmla="*/ 1434116 h 2501900"/>
                <a:gd name="connsiteX13" fmla="*/ 3902522 w 4417340"/>
                <a:gd name="connsiteY13" fmla="*/ 1429819 h 2501900"/>
                <a:gd name="connsiteX14" fmla="*/ 3907004 w 4417340"/>
                <a:gd name="connsiteY14" fmla="*/ 1474279 h 2501900"/>
                <a:gd name="connsiteX15" fmla="*/ 3903910 w 4417340"/>
                <a:gd name="connsiteY15" fmla="*/ 1504969 h 2501900"/>
                <a:gd name="connsiteX16" fmla="*/ 3945912 w 4417340"/>
                <a:gd name="connsiteY16" fmla="*/ 1491931 h 2501900"/>
                <a:gd name="connsiteX17" fmla="*/ 4024985 w 4417340"/>
                <a:gd name="connsiteY17" fmla="*/ 1483960 h 2501900"/>
                <a:gd name="connsiteX18" fmla="*/ 4417340 w 4417340"/>
                <a:gd name="connsiteY18" fmla="*/ 1876315 h 2501900"/>
                <a:gd name="connsiteX19" fmla="*/ 4024985 w 4417340"/>
                <a:gd name="connsiteY19" fmla="*/ 2268670 h 2501900"/>
                <a:gd name="connsiteX20" fmla="*/ 3632630 w 4417340"/>
                <a:gd name="connsiteY20" fmla="*/ 1876315 h 2501900"/>
                <a:gd name="connsiteX21" fmla="*/ 3635724 w 4417340"/>
                <a:gd name="connsiteY21" fmla="*/ 1845625 h 2501900"/>
                <a:gd name="connsiteX22" fmla="*/ 3593722 w 4417340"/>
                <a:gd name="connsiteY22" fmla="*/ 1858663 h 2501900"/>
                <a:gd name="connsiteX23" fmla="*/ 3514649 w 4417340"/>
                <a:gd name="connsiteY23" fmla="*/ 1866634 h 2501900"/>
                <a:gd name="connsiteX24" fmla="*/ 3295280 w 4417340"/>
                <a:gd name="connsiteY24" fmla="*/ 1799626 h 2501900"/>
                <a:gd name="connsiteX25" fmla="*/ 3255434 w 4417340"/>
                <a:gd name="connsiteY25" fmla="*/ 1766751 h 2501900"/>
                <a:gd name="connsiteX26" fmla="*/ 3255434 w 4417340"/>
                <a:gd name="connsiteY26" fmla="*/ 2300822 h 2501900"/>
                <a:gd name="connsiteX27" fmla="*/ 3054356 w 4417340"/>
                <a:gd name="connsiteY27" fmla="*/ 2501900 h 2501900"/>
                <a:gd name="connsiteX28" fmla="*/ 201078 w 4417340"/>
                <a:gd name="connsiteY28" fmla="*/ 2501900 h 2501900"/>
                <a:gd name="connsiteX29" fmla="*/ 0 w 4417340"/>
                <a:gd name="connsiteY29" fmla="*/ 2300822 h 2501900"/>
                <a:gd name="connsiteX30" fmla="*/ 0 w 4417340"/>
                <a:gd name="connsiteY30" fmla="*/ 201078 h 2501900"/>
                <a:gd name="connsiteX31" fmla="*/ 201078 w 4417340"/>
                <a:gd name="connsiteY31" fmla="*/ 0 h 2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340" h="2501900">
                  <a:moveTo>
                    <a:pt x="201078" y="0"/>
                  </a:moveTo>
                  <a:lnTo>
                    <a:pt x="3054356" y="0"/>
                  </a:lnTo>
                  <a:cubicBezTo>
                    <a:pt x="3165408" y="0"/>
                    <a:pt x="3255434" y="90026"/>
                    <a:pt x="3255434" y="201078"/>
                  </a:cubicBezTo>
                  <a:lnTo>
                    <a:pt x="3255434" y="859213"/>
                  </a:lnTo>
                  <a:lnTo>
                    <a:pt x="3459729" y="1087460"/>
                  </a:lnTo>
                  <a:lnTo>
                    <a:pt x="3514649" y="1081924"/>
                  </a:lnTo>
                  <a:cubicBezTo>
                    <a:pt x="3541735" y="1081924"/>
                    <a:pt x="3568181" y="1084669"/>
                    <a:pt x="3593722" y="1089895"/>
                  </a:cubicBezTo>
                  <a:lnTo>
                    <a:pt x="3605912" y="1093679"/>
                  </a:lnTo>
                  <a:lnTo>
                    <a:pt x="3601411" y="1049221"/>
                  </a:lnTo>
                  <a:cubicBezTo>
                    <a:pt x="3601411" y="832241"/>
                    <a:pt x="3778045" y="656344"/>
                    <a:pt x="3995934" y="656344"/>
                  </a:cubicBezTo>
                  <a:cubicBezTo>
                    <a:pt x="4213823" y="656344"/>
                    <a:pt x="4390457" y="832241"/>
                    <a:pt x="4390457" y="1049221"/>
                  </a:cubicBezTo>
                  <a:cubicBezTo>
                    <a:pt x="4390457" y="1266201"/>
                    <a:pt x="4213823" y="1442098"/>
                    <a:pt x="3995934" y="1442098"/>
                  </a:cubicBezTo>
                  <a:cubicBezTo>
                    <a:pt x="3968698" y="1442098"/>
                    <a:pt x="3942107" y="1439350"/>
                    <a:pt x="3916424" y="1434116"/>
                  </a:cubicBezTo>
                  <a:lnTo>
                    <a:pt x="3902522" y="1429819"/>
                  </a:lnTo>
                  <a:lnTo>
                    <a:pt x="3907004" y="1474279"/>
                  </a:lnTo>
                  <a:lnTo>
                    <a:pt x="3903910" y="1504969"/>
                  </a:lnTo>
                  <a:lnTo>
                    <a:pt x="3945912" y="1491931"/>
                  </a:lnTo>
                  <a:cubicBezTo>
                    <a:pt x="3971453" y="1486705"/>
                    <a:pt x="3997899" y="1483960"/>
                    <a:pt x="4024985" y="1483960"/>
                  </a:cubicBezTo>
                  <a:cubicBezTo>
                    <a:pt x="4241677" y="1483960"/>
                    <a:pt x="4417340" y="1659623"/>
                    <a:pt x="4417340" y="1876315"/>
                  </a:cubicBezTo>
                  <a:cubicBezTo>
                    <a:pt x="4417340" y="2093007"/>
                    <a:pt x="4241677" y="2268670"/>
                    <a:pt x="4024985" y="2268670"/>
                  </a:cubicBezTo>
                  <a:cubicBezTo>
                    <a:pt x="3808293" y="2268670"/>
                    <a:pt x="3632630" y="2093007"/>
                    <a:pt x="3632630" y="1876315"/>
                  </a:cubicBezTo>
                  <a:lnTo>
                    <a:pt x="3635724" y="1845625"/>
                  </a:lnTo>
                  <a:lnTo>
                    <a:pt x="3593722" y="1858663"/>
                  </a:lnTo>
                  <a:cubicBezTo>
                    <a:pt x="3568181" y="1863889"/>
                    <a:pt x="3541735" y="1866634"/>
                    <a:pt x="3514649" y="1866634"/>
                  </a:cubicBezTo>
                  <a:cubicBezTo>
                    <a:pt x="3433390" y="1866634"/>
                    <a:pt x="3357900" y="1841932"/>
                    <a:pt x="3295280" y="1799626"/>
                  </a:cubicBezTo>
                  <a:lnTo>
                    <a:pt x="3255434" y="1766751"/>
                  </a:lnTo>
                  <a:lnTo>
                    <a:pt x="3255434" y="2300822"/>
                  </a:lnTo>
                  <a:cubicBezTo>
                    <a:pt x="3255434" y="2411874"/>
                    <a:pt x="3165408" y="2501900"/>
                    <a:pt x="3054356" y="2501900"/>
                  </a:cubicBezTo>
                  <a:lnTo>
                    <a:pt x="201078" y="2501900"/>
                  </a:lnTo>
                  <a:cubicBezTo>
                    <a:pt x="90026" y="2501900"/>
                    <a:pt x="0" y="2411874"/>
                    <a:pt x="0" y="2300822"/>
                  </a:cubicBezTo>
                  <a:lnTo>
                    <a:pt x="0" y="201078"/>
                  </a:lnTo>
                  <a:cubicBezTo>
                    <a:pt x="0" y="90026"/>
                    <a:pt x="90026" y="0"/>
                    <a:pt x="20107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166" name="Forme libre : forme 165">
              <a:extLst>
                <a:ext uri="{FF2B5EF4-FFF2-40B4-BE49-F238E27FC236}">
                  <a16:creationId xmlns:a16="http://schemas.microsoft.com/office/drawing/2014/main" id="{9BC05841-C086-D345-95D3-47E78F2C1A18}"/>
                </a:ext>
              </a:extLst>
            </p:cNvPr>
            <p:cNvSpPr/>
            <p:nvPr/>
          </p:nvSpPr>
          <p:spPr>
            <a:xfrm>
              <a:off x="600228" y="1419220"/>
              <a:ext cx="2724662" cy="1121089"/>
            </a:xfrm>
            <a:custGeom>
              <a:avLst/>
              <a:gdLst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549400 w 2689225"/>
                <a:gd name="connsiteY12" fmla="*/ 838064 h 1119057"/>
                <a:gd name="connsiteX13" fmla="*/ 1654175 w 2689225"/>
                <a:gd name="connsiteY13" fmla="*/ 825364 h 1119057"/>
                <a:gd name="connsiteX14" fmla="*/ 1822450 w 2689225"/>
                <a:gd name="connsiteY14" fmla="*/ 552314 h 1119057"/>
                <a:gd name="connsiteX15" fmla="*/ 1930400 w 2689225"/>
                <a:gd name="connsiteY15" fmla="*/ 339589 h 1119057"/>
                <a:gd name="connsiteX16" fmla="*/ 2133600 w 2689225"/>
                <a:gd name="connsiteY16" fmla="*/ 244339 h 1119057"/>
                <a:gd name="connsiteX17" fmla="*/ 2320925 w 2689225"/>
                <a:gd name="connsiteY17" fmla="*/ 501514 h 1119057"/>
                <a:gd name="connsiteX18" fmla="*/ 2689225 w 2689225"/>
                <a:gd name="connsiteY18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654175 w 2689225"/>
                <a:gd name="connsiteY12" fmla="*/ 825364 h 1119057"/>
                <a:gd name="connsiteX13" fmla="*/ 1822450 w 2689225"/>
                <a:gd name="connsiteY13" fmla="*/ 552314 h 1119057"/>
                <a:gd name="connsiteX14" fmla="*/ 1930400 w 2689225"/>
                <a:gd name="connsiteY14" fmla="*/ 339589 h 1119057"/>
                <a:gd name="connsiteX15" fmla="*/ 2133600 w 2689225"/>
                <a:gd name="connsiteY15" fmla="*/ 244339 h 1119057"/>
                <a:gd name="connsiteX16" fmla="*/ 2320925 w 2689225"/>
                <a:gd name="connsiteY16" fmla="*/ 501514 h 1119057"/>
                <a:gd name="connsiteX17" fmla="*/ 2689225 w 2689225"/>
                <a:gd name="connsiteY17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847725 w 2689225"/>
                <a:gd name="connsiteY4" fmla="*/ 218939 h 1119057"/>
                <a:gd name="connsiteX5" fmla="*/ 930275 w 2689225"/>
                <a:gd name="connsiteY5" fmla="*/ 72889 h 1119057"/>
                <a:gd name="connsiteX6" fmla="*/ 1095375 w 2689225"/>
                <a:gd name="connsiteY6" fmla="*/ 3039 h 1119057"/>
                <a:gd name="connsiteX7" fmla="*/ 1238250 w 2689225"/>
                <a:gd name="connsiteY7" fmla="*/ 168139 h 1119057"/>
                <a:gd name="connsiteX8" fmla="*/ 1336675 w 2689225"/>
                <a:gd name="connsiteY8" fmla="*/ 526914 h 1119057"/>
                <a:gd name="connsiteX9" fmla="*/ 1441450 w 2689225"/>
                <a:gd name="connsiteY9" fmla="*/ 777739 h 1119057"/>
                <a:gd name="connsiteX10" fmla="*/ 1527175 w 2689225"/>
                <a:gd name="connsiteY10" fmla="*/ 847589 h 1119057"/>
                <a:gd name="connsiteX11" fmla="*/ 1654175 w 2689225"/>
                <a:gd name="connsiteY11" fmla="*/ 825364 h 1119057"/>
                <a:gd name="connsiteX12" fmla="*/ 1822450 w 2689225"/>
                <a:gd name="connsiteY12" fmla="*/ 552314 h 1119057"/>
                <a:gd name="connsiteX13" fmla="*/ 1930400 w 2689225"/>
                <a:gd name="connsiteY13" fmla="*/ 339589 h 1119057"/>
                <a:gd name="connsiteX14" fmla="*/ 2133600 w 2689225"/>
                <a:gd name="connsiteY14" fmla="*/ 244339 h 1119057"/>
                <a:gd name="connsiteX15" fmla="*/ 2320925 w 2689225"/>
                <a:gd name="connsiteY15" fmla="*/ 501514 h 1119057"/>
                <a:gd name="connsiteX16" fmla="*/ 2689225 w 2689225"/>
                <a:gd name="connsiteY16" fmla="*/ 895214 h 1119057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1610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133600 w 2689225"/>
                <a:gd name="connsiteY12" fmla="*/ 244077 h 1118795"/>
                <a:gd name="connsiteX13" fmla="*/ 2320925 w 2689225"/>
                <a:gd name="connsiteY13" fmla="*/ 501252 h 1118795"/>
                <a:gd name="connsiteX14" fmla="*/ 2689225 w 2689225"/>
                <a:gd name="connsiteY14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320925 w 2689225"/>
                <a:gd name="connsiteY12" fmla="*/ 501252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1290 h 1119233"/>
                <a:gd name="connsiteX1" fmla="*/ 241300 w 2689225"/>
                <a:gd name="connsiteY1" fmla="*/ 1111290 h 1119233"/>
                <a:gd name="connsiteX2" fmla="*/ 415925 w 2689225"/>
                <a:gd name="connsiteY2" fmla="*/ 1028740 h 1119233"/>
                <a:gd name="connsiteX3" fmla="*/ 593725 w 2689225"/>
                <a:gd name="connsiteY3" fmla="*/ 816015 h 1119233"/>
                <a:gd name="connsiteX4" fmla="*/ 847725 w 2689225"/>
                <a:gd name="connsiteY4" fmla="*/ 219115 h 1119233"/>
                <a:gd name="connsiteX5" fmla="*/ 930275 w 2689225"/>
                <a:gd name="connsiteY5" fmla="*/ 68302 h 1119233"/>
                <a:gd name="connsiteX6" fmla="*/ 1095375 w 2689225"/>
                <a:gd name="connsiteY6" fmla="*/ 3215 h 1119233"/>
                <a:gd name="connsiteX7" fmla="*/ 1238250 w 2689225"/>
                <a:gd name="connsiteY7" fmla="*/ 168315 h 1119233"/>
                <a:gd name="connsiteX8" fmla="*/ 1336675 w 2689225"/>
                <a:gd name="connsiteY8" fmla="*/ 527090 h 1119233"/>
                <a:gd name="connsiteX9" fmla="*/ 1441450 w 2689225"/>
                <a:gd name="connsiteY9" fmla="*/ 777915 h 1119233"/>
                <a:gd name="connsiteX10" fmla="*/ 1654175 w 2689225"/>
                <a:gd name="connsiteY10" fmla="*/ 825540 h 1119233"/>
                <a:gd name="connsiteX11" fmla="*/ 1930400 w 2689225"/>
                <a:gd name="connsiteY11" fmla="*/ 333415 h 1119233"/>
                <a:gd name="connsiteX12" fmla="*/ 2286000 w 2689225"/>
                <a:gd name="connsiteY12" fmla="*/ 395328 h 1119233"/>
                <a:gd name="connsiteX13" fmla="*/ 2689225 w 2689225"/>
                <a:gd name="connsiteY13" fmla="*/ 895390 h 1119233"/>
                <a:gd name="connsiteX0" fmla="*/ 0 w 2689225"/>
                <a:gd name="connsiteY0" fmla="*/ 1110846 h 1118789"/>
                <a:gd name="connsiteX1" fmla="*/ 241300 w 2689225"/>
                <a:gd name="connsiteY1" fmla="*/ 1110846 h 1118789"/>
                <a:gd name="connsiteX2" fmla="*/ 415925 w 2689225"/>
                <a:gd name="connsiteY2" fmla="*/ 1028296 h 1118789"/>
                <a:gd name="connsiteX3" fmla="*/ 593725 w 2689225"/>
                <a:gd name="connsiteY3" fmla="*/ 815571 h 1118789"/>
                <a:gd name="connsiteX4" fmla="*/ 847725 w 2689225"/>
                <a:gd name="connsiteY4" fmla="*/ 218671 h 1118789"/>
                <a:gd name="connsiteX5" fmla="*/ 930275 w 2689225"/>
                <a:gd name="connsiteY5" fmla="*/ 67858 h 1118789"/>
                <a:gd name="connsiteX6" fmla="*/ 1095375 w 2689225"/>
                <a:gd name="connsiteY6" fmla="*/ 2771 h 1118789"/>
                <a:gd name="connsiteX7" fmla="*/ 1238250 w 2689225"/>
                <a:gd name="connsiteY7" fmla="*/ 167871 h 1118789"/>
                <a:gd name="connsiteX8" fmla="*/ 1336675 w 2689225"/>
                <a:gd name="connsiteY8" fmla="*/ 526646 h 1118789"/>
                <a:gd name="connsiteX9" fmla="*/ 1441450 w 2689225"/>
                <a:gd name="connsiteY9" fmla="*/ 777471 h 1118789"/>
                <a:gd name="connsiteX10" fmla="*/ 1654175 w 2689225"/>
                <a:gd name="connsiteY10" fmla="*/ 825096 h 1118789"/>
                <a:gd name="connsiteX11" fmla="*/ 1930400 w 2689225"/>
                <a:gd name="connsiteY11" fmla="*/ 332971 h 1118789"/>
                <a:gd name="connsiteX12" fmla="*/ 2286000 w 2689225"/>
                <a:gd name="connsiteY12" fmla="*/ 394884 h 1118789"/>
                <a:gd name="connsiteX13" fmla="*/ 2689225 w 2689225"/>
                <a:gd name="connsiteY13" fmla="*/ 894946 h 1118789"/>
                <a:gd name="connsiteX0" fmla="*/ 0 w 2689225"/>
                <a:gd name="connsiteY0" fmla="*/ 1111986 h 1119929"/>
                <a:gd name="connsiteX1" fmla="*/ 241300 w 2689225"/>
                <a:gd name="connsiteY1" fmla="*/ 1111986 h 1119929"/>
                <a:gd name="connsiteX2" fmla="*/ 415925 w 2689225"/>
                <a:gd name="connsiteY2" fmla="*/ 1029436 h 1119929"/>
                <a:gd name="connsiteX3" fmla="*/ 593725 w 2689225"/>
                <a:gd name="connsiteY3" fmla="*/ 816711 h 1119929"/>
                <a:gd name="connsiteX4" fmla="*/ 847725 w 2689225"/>
                <a:gd name="connsiteY4" fmla="*/ 219811 h 1119929"/>
                <a:gd name="connsiteX5" fmla="*/ 930275 w 2689225"/>
                <a:gd name="connsiteY5" fmla="*/ 68998 h 1119929"/>
                <a:gd name="connsiteX6" fmla="*/ 1095375 w 2689225"/>
                <a:gd name="connsiteY6" fmla="*/ 3911 h 1119929"/>
                <a:gd name="connsiteX7" fmla="*/ 1238250 w 2689225"/>
                <a:gd name="connsiteY7" fmla="*/ 169011 h 1119929"/>
                <a:gd name="connsiteX8" fmla="*/ 1336675 w 2689225"/>
                <a:gd name="connsiteY8" fmla="*/ 527786 h 1119929"/>
                <a:gd name="connsiteX9" fmla="*/ 1441450 w 2689225"/>
                <a:gd name="connsiteY9" fmla="*/ 778611 h 1119929"/>
                <a:gd name="connsiteX10" fmla="*/ 1654175 w 2689225"/>
                <a:gd name="connsiteY10" fmla="*/ 826236 h 1119929"/>
                <a:gd name="connsiteX11" fmla="*/ 1930400 w 2689225"/>
                <a:gd name="connsiteY11" fmla="*/ 334111 h 1119929"/>
                <a:gd name="connsiteX12" fmla="*/ 2286000 w 2689225"/>
                <a:gd name="connsiteY12" fmla="*/ 396024 h 1119929"/>
                <a:gd name="connsiteX13" fmla="*/ 2689225 w 2689225"/>
                <a:gd name="connsiteY13" fmla="*/ 896086 h 1119929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3027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2392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3146 h 1121089"/>
                <a:gd name="connsiteX1" fmla="*/ 241300 w 2689225"/>
                <a:gd name="connsiteY1" fmla="*/ 1113146 h 1121089"/>
                <a:gd name="connsiteX2" fmla="*/ 415925 w 2689225"/>
                <a:gd name="connsiteY2" fmla="*/ 1030596 h 1121089"/>
                <a:gd name="connsiteX3" fmla="*/ 593725 w 2689225"/>
                <a:gd name="connsiteY3" fmla="*/ 817871 h 1121089"/>
                <a:gd name="connsiteX4" fmla="*/ 847725 w 2689225"/>
                <a:gd name="connsiteY4" fmla="*/ 220971 h 1121089"/>
                <a:gd name="connsiteX5" fmla="*/ 923925 w 2689225"/>
                <a:gd name="connsiteY5" fmla="*/ 70158 h 1121089"/>
                <a:gd name="connsiteX6" fmla="*/ 1095375 w 2689225"/>
                <a:gd name="connsiteY6" fmla="*/ 5071 h 1121089"/>
                <a:gd name="connsiteX7" fmla="*/ 1238250 w 2689225"/>
                <a:gd name="connsiteY7" fmla="*/ 170171 h 1121089"/>
                <a:gd name="connsiteX8" fmla="*/ 1336675 w 2689225"/>
                <a:gd name="connsiteY8" fmla="*/ 528946 h 1121089"/>
                <a:gd name="connsiteX9" fmla="*/ 1441450 w 2689225"/>
                <a:gd name="connsiteY9" fmla="*/ 779771 h 1121089"/>
                <a:gd name="connsiteX10" fmla="*/ 1654175 w 2689225"/>
                <a:gd name="connsiteY10" fmla="*/ 827396 h 1121089"/>
                <a:gd name="connsiteX11" fmla="*/ 1930400 w 2689225"/>
                <a:gd name="connsiteY11" fmla="*/ 335271 h 1121089"/>
                <a:gd name="connsiteX12" fmla="*/ 2286000 w 2689225"/>
                <a:gd name="connsiteY12" fmla="*/ 397184 h 1121089"/>
                <a:gd name="connsiteX13" fmla="*/ 2689225 w 2689225"/>
                <a:gd name="connsiteY13" fmla="*/ 897246 h 112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89225" h="1121089">
                  <a:moveTo>
                    <a:pt x="0" y="1113146"/>
                  </a:moveTo>
                  <a:cubicBezTo>
                    <a:pt x="85989" y="1120025"/>
                    <a:pt x="171979" y="1126904"/>
                    <a:pt x="241300" y="1113146"/>
                  </a:cubicBezTo>
                  <a:cubicBezTo>
                    <a:pt x="310621" y="1099388"/>
                    <a:pt x="357188" y="1079808"/>
                    <a:pt x="415925" y="1030596"/>
                  </a:cubicBezTo>
                  <a:cubicBezTo>
                    <a:pt x="474663" y="981383"/>
                    <a:pt x="521758" y="952808"/>
                    <a:pt x="593725" y="817871"/>
                  </a:cubicBezTo>
                  <a:cubicBezTo>
                    <a:pt x="665692" y="682934"/>
                    <a:pt x="792692" y="345590"/>
                    <a:pt x="847725" y="220971"/>
                  </a:cubicBezTo>
                  <a:cubicBezTo>
                    <a:pt x="902758" y="96352"/>
                    <a:pt x="885824" y="126780"/>
                    <a:pt x="923925" y="70158"/>
                  </a:cubicBezTo>
                  <a:cubicBezTo>
                    <a:pt x="962026" y="13536"/>
                    <a:pt x="1042988" y="-11598"/>
                    <a:pt x="1095375" y="5071"/>
                  </a:cubicBezTo>
                  <a:cubicBezTo>
                    <a:pt x="1147762" y="21740"/>
                    <a:pt x="1193270" y="52697"/>
                    <a:pt x="1238250" y="170171"/>
                  </a:cubicBezTo>
                  <a:cubicBezTo>
                    <a:pt x="1283230" y="287645"/>
                    <a:pt x="1302808" y="427346"/>
                    <a:pt x="1336675" y="528946"/>
                  </a:cubicBezTo>
                  <a:cubicBezTo>
                    <a:pt x="1370542" y="630546"/>
                    <a:pt x="1382183" y="704629"/>
                    <a:pt x="1441450" y="779771"/>
                  </a:cubicBezTo>
                  <a:cubicBezTo>
                    <a:pt x="1500717" y="854913"/>
                    <a:pt x="1572683" y="901479"/>
                    <a:pt x="1654175" y="827396"/>
                  </a:cubicBezTo>
                  <a:cubicBezTo>
                    <a:pt x="1735667" y="753313"/>
                    <a:pt x="1855259" y="430786"/>
                    <a:pt x="1930400" y="335271"/>
                  </a:cubicBezTo>
                  <a:cubicBezTo>
                    <a:pt x="2005541" y="239756"/>
                    <a:pt x="2083329" y="161705"/>
                    <a:pt x="2286000" y="397184"/>
                  </a:cubicBezTo>
                  <a:cubicBezTo>
                    <a:pt x="2378604" y="505663"/>
                    <a:pt x="2551377" y="754635"/>
                    <a:pt x="2689225" y="897246"/>
                  </a:cubicBezTo>
                </a:path>
              </a:pathLst>
            </a:custGeom>
            <a:noFill/>
            <a:ln w="130175">
              <a:gradFill>
                <a:gsLst>
                  <a:gs pos="55000">
                    <a:srgbClr val="FF0000"/>
                  </a:gs>
                  <a:gs pos="79000">
                    <a:srgbClr val="2577BB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</a:t>
              </a:r>
            </a:p>
          </p:txBody>
        </p:sp>
        <p:grpSp>
          <p:nvGrpSpPr>
            <p:cNvPr id="167" name="Groupe 166">
              <a:extLst>
                <a:ext uri="{FF2B5EF4-FFF2-40B4-BE49-F238E27FC236}">
                  <a16:creationId xmlns:a16="http://schemas.microsoft.com/office/drawing/2014/main" id="{A7705EDD-98BD-4141-03B1-D36A4ED3B952}"/>
                </a:ext>
              </a:extLst>
            </p:cNvPr>
            <p:cNvGrpSpPr/>
            <p:nvPr/>
          </p:nvGrpSpPr>
          <p:grpSpPr>
            <a:xfrm>
              <a:off x="2849172" y="1016417"/>
              <a:ext cx="1996864" cy="1615104"/>
              <a:chOff x="5920938" y="2182282"/>
              <a:chExt cx="1996864" cy="1615104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E5373BF5-186A-B0FA-172B-5EC06D525781}"/>
                  </a:ext>
                </a:extLst>
              </p:cNvPr>
              <p:cNvSpPr/>
              <p:nvPr/>
            </p:nvSpPr>
            <p:spPr>
              <a:xfrm rot="2652461">
                <a:off x="7193491" y="3272240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0F77EA86-CA3A-4718-9128-F42CE89CF663}"/>
                  </a:ext>
                </a:extLst>
              </p:cNvPr>
              <p:cNvSpPr/>
              <p:nvPr/>
            </p:nvSpPr>
            <p:spPr>
              <a:xfrm rot="18861597">
                <a:off x="7126707" y="2899831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170" name="Groupe 169">
                <a:extLst>
                  <a:ext uri="{FF2B5EF4-FFF2-40B4-BE49-F238E27FC236}">
                    <a16:creationId xmlns:a16="http://schemas.microsoft.com/office/drawing/2014/main" id="{8653D0CA-9BB4-B646-AFAD-DBA9C4B00C12}"/>
                  </a:ext>
                </a:extLst>
              </p:cNvPr>
              <p:cNvGrpSpPr/>
              <p:nvPr/>
            </p:nvGrpSpPr>
            <p:grpSpPr>
              <a:xfrm>
                <a:off x="5920938" y="2182282"/>
                <a:ext cx="1996864" cy="1615104"/>
                <a:chOff x="5920938" y="2182282"/>
                <a:chExt cx="1996864" cy="1615104"/>
              </a:xfrm>
            </p:grpSpPr>
            <p:sp>
              <p:nvSpPr>
                <p:cNvPr id="171" name="Ellipse 170">
                  <a:extLst>
                    <a:ext uri="{FF2B5EF4-FFF2-40B4-BE49-F238E27FC236}">
                      <a16:creationId xmlns:a16="http://schemas.microsoft.com/office/drawing/2014/main" id="{601AC84F-6A70-80C4-4A38-23E7234A8FF4}"/>
                    </a:ext>
                  </a:extLst>
                </p:cNvPr>
                <p:cNvSpPr/>
                <p:nvPr/>
              </p:nvSpPr>
              <p:spPr>
                <a:xfrm>
                  <a:off x="6354234" y="2182282"/>
                  <a:ext cx="399600" cy="397933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72" name="Ellipse 171">
                  <a:extLst>
                    <a:ext uri="{FF2B5EF4-FFF2-40B4-BE49-F238E27FC236}">
                      <a16:creationId xmlns:a16="http://schemas.microsoft.com/office/drawing/2014/main" id="{878C5A90-A70D-D78B-A33F-26B5C1EDCBCA}"/>
                    </a:ext>
                  </a:extLst>
                </p:cNvPr>
                <p:cNvSpPr/>
                <p:nvPr/>
              </p:nvSpPr>
              <p:spPr>
                <a:xfrm>
                  <a:off x="7480827" y="2502022"/>
                  <a:ext cx="409047" cy="407341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3" name="Ellipse 172">
                  <a:extLst>
                    <a:ext uri="{FF2B5EF4-FFF2-40B4-BE49-F238E27FC236}">
                      <a16:creationId xmlns:a16="http://schemas.microsoft.com/office/drawing/2014/main" id="{4A46B1A4-C39E-66E7-26BC-C2647FA3F019}"/>
                    </a:ext>
                  </a:extLst>
                </p:cNvPr>
                <p:cNvSpPr/>
                <p:nvPr/>
              </p:nvSpPr>
              <p:spPr>
                <a:xfrm>
                  <a:off x="7511002" y="3329387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4" name="Ellipse 173">
                  <a:extLst>
                    <a:ext uri="{FF2B5EF4-FFF2-40B4-BE49-F238E27FC236}">
                      <a16:creationId xmlns:a16="http://schemas.microsoft.com/office/drawing/2014/main" id="{43427DBA-156A-5A39-ED6E-16A6DCFF0467}"/>
                    </a:ext>
                  </a:extLst>
                </p:cNvPr>
                <p:cNvSpPr/>
                <p:nvPr/>
              </p:nvSpPr>
              <p:spPr>
                <a:xfrm>
                  <a:off x="7000666" y="2927351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5" name="Ellipse 174">
                  <a:extLst>
                    <a:ext uri="{FF2B5EF4-FFF2-40B4-BE49-F238E27FC236}">
                      <a16:creationId xmlns:a16="http://schemas.microsoft.com/office/drawing/2014/main" id="{85BE570A-8E05-4AC7-C8D7-EA0ABBDAFEB8}"/>
                    </a:ext>
                  </a:extLst>
                </p:cNvPr>
                <p:cNvSpPr/>
                <p:nvPr/>
              </p:nvSpPr>
              <p:spPr>
                <a:xfrm>
                  <a:off x="6327982" y="3390586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3937B18D-F725-61F5-94DB-D487FF86BFFB}"/>
                    </a:ext>
                  </a:extLst>
                </p:cNvPr>
                <p:cNvSpPr/>
                <p:nvPr/>
              </p:nvSpPr>
              <p:spPr>
                <a:xfrm rot="2890174">
                  <a:off x="6450539" y="2751248"/>
                  <a:ext cx="926528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AA5EE1AE-3A83-2336-4C65-7746A8D230A0}"/>
                    </a:ext>
                  </a:extLst>
                </p:cNvPr>
                <p:cNvSpPr/>
                <p:nvPr/>
              </p:nvSpPr>
              <p:spPr>
                <a:xfrm rot="18912334">
                  <a:off x="5920938" y="2656779"/>
                  <a:ext cx="659362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 </a:t>
                  </a:r>
                </a:p>
              </p:txBody>
            </p:sp>
          </p:grpSp>
        </p:grpSp>
        <p:sp>
          <p:nvSpPr>
            <p:cNvPr id="178" name="Forme libre : forme 177">
              <a:extLst>
                <a:ext uri="{FF2B5EF4-FFF2-40B4-BE49-F238E27FC236}">
                  <a16:creationId xmlns:a16="http://schemas.microsoft.com/office/drawing/2014/main" id="{461954EE-1CC5-5C9B-6602-36DFE9790630}"/>
                </a:ext>
              </a:extLst>
            </p:cNvPr>
            <p:cNvSpPr/>
            <p:nvPr/>
          </p:nvSpPr>
          <p:spPr>
            <a:xfrm>
              <a:off x="463315" y="340176"/>
              <a:ext cx="3543794" cy="2806588"/>
            </a:xfrm>
            <a:custGeom>
              <a:avLst/>
              <a:gdLst>
                <a:gd name="connsiteX0" fmla="*/ 293934 w 3543794"/>
                <a:gd name="connsiteY0" fmla="*/ 0 h 2806588"/>
                <a:gd name="connsiteX1" fmla="*/ 3249860 w 3543794"/>
                <a:gd name="connsiteY1" fmla="*/ 0 h 2806588"/>
                <a:gd name="connsiteX2" fmla="*/ 3543794 w 3543794"/>
                <a:gd name="connsiteY2" fmla="*/ 293934 h 2806588"/>
                <a:gd name="connsiteX3" fmla="*/ 3543794 w 3543794"/>
                <a:gd name="connsiteY3" fmla="*/ 1172555 h 2806588"/>
                <a:gd name="connsiteX4" fmla="*/ 3400811 w 3543794"/>
                <a:gd name="connsiteY4" fmla="*/ 1012808 h 2806588"/>
                <a:gd name="connsiteX5" fmla="*/ 3400811 w 3543794"/>
                <a:gd name="connsiteY5" fmla="*/ 353422 h 2806588"/>
                <a:gd name="connsiteX6" fmla="*/ 3199733 w 3543794"/>
                <a:gd name="connsiteY6" fmla="*/ 152344 h 2806588"/>
                <a:gd name="connsiteX7" fmla="*/ 346455 w 3543794"/>
                <a:gd name="connsiteY7" fmla="*/ 152344 h 2806588"/>
                <a:gd name="connsiteX8" fmla="*/ 145377 w 3543794"/>
                <a:gd name="connsiteY8" fmla="*/ 353422 h 2806588"/>
                <a:gd name="connsiteX9" fmla="*/ 145377 w 3543794"/>
                <a:gd name="connsiteY9" fmla="*/ 2453166 h 2806588"/>
                <a:gd name="connsiteX10" fmla="*/ 346455 w 3543794"/>
                <a:gd name="connsiteY10" fmla="*/ 2654244 h 2806588"/>
                <a:gd name="connsiteX11" fmla="*/ 3199733 w 3543794"/>
                <a:gd name="connsiteY11" fmla="*/ 2654244 h 2806588"/>
                <a:gd name="connsiteX12" fmla="*/ 3400811 w 3543794"/>
                <a:gd name="connsiteY12" fmla="*/ 2453166 h 2806588"/>
                <a:gd name="connsiteX13" fmla="*/ 3400811 w 3543794"/>
                <a:gd name="connsiteY13" fmla="*/ 1920315 h 2806588"/>
                <a:gd name="connsiteX14" fmla="*/ 3440550 w 3543794"/>
                <a:gd name="connsiteY14" fmla="*/ 1953102 h 2806588"/>
                <a:gd name="connsiteX15" fmla="*/ 3507197 w 3543794"/>
                <a:gd name="connsiteY15" fmla="*/ 1989277 h 2806588"/>
                <a:gd name="connsiteX16" fmla="*/ 3543794 w 3543794"/>
                <a:gd name="connsiteY16" fmla="*/ 2000637 h 2806588"/>
                <a:gd name="connsiteX17" fmla="*/ 3543794 w 3543794"/>
                <a:gd name="connsiteY17" fmla="*/ 2512654 h 2806588"/>
                <a:gd name="connsiteX18" fmla="*/ 3249860 w 3543794"/>
                <a:gd name="connsiteY18" fmla="*/ 2806588 h 2806588"/>
                <a:gd name="connsiteX19" fmla="*/ 293934 w 3543794"/>
                <a:gd name="connsiteY19" fmla="*/ 2806588 h 2806588"/>
                <a:gd name="connsiteX20" fmla="*/ 0 w 3543794"/>
                <a:gd name="connsiteY20" fmla="*/ 2512654 h 2806588"/>
                <a:gd name="connsiteX21" fmla="*/ 0 w 3543794"/>
                <a:gd name="connsiteY21" fmla="*/ 293934 h 2806588"/>
                <a:gd name="connsiteX22" fmla="*/ 293934 w 3543794"/>
                <a:gd name="connsiteY22" fmla="*/ 0 h 280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43794" h="2806588">
                  <a:moveTo>
                    <a:pt x="293934" y="0"/>
                  </a:moveTo>
                  <a:lnTo>
                    <a:pt x="3249860" y="0"/>
                  </a:lnTo>
                  <a:cubicBezTo>
                    <a:pt x="3412195" y="0"/>
                    <a:pt x="3543794" y="131599"/>
                    <a:pt x="3543794" y="293934"/>
                  </a:cubicBezTo>
                  <a:lnTo>
                    <a:pt x="3543794" y="1172555"/>
                  </a:lnTo>
                  <a:lnTo>
                    <a:pt x="3400811" y="1012808"/>
                  </a:lnTo>
                  <a:lnTo>
                    <a:pt x="3400811" y="353422"/>
                  </a:lnTo>
                  <a:cubicBezTo>
                    <a:pt x="3400811" y="242370"/>
                    <a:pt x="3310785" y="152344"/>
                    <a:pt x="3199733" y="152344"/>
                  </a:cubicBezTo>
                  <a:lnTo>
                    <a:pt x="346455" y="152344"/>
                  </a:lnTo>
                  <a:cubicBezTo>
                    <a:pt x="235403" y="152344"/>
                    <a:pt x="145377" y="242370"/>
                    <a:pt x="145377" y="353422"/>
                  </a:cubicBezTo>
                  <a:lnTo>
                    <a:pt x="145377" y="2453166"/>
                  </a:lnTo>
                  <a:cubicBezTo>
                    <a:pt x="145377" y="2564218"/>
                    <a:pt x="235403" y="2654244"/>
                    <a:pt x="346455" y="2654244"/>
                  </a:cubicBezTo>
                  <a:lnTo>
                    <a:pt x="3199733" y="2654244"/>
                  </a:lnTo>
                  <a:cubicBezTo>
                    <a:pt x="3310785" y="2654244"/>
                    <a:pt x="3400811" y="2564218"/>
                    <a:pt x="3400811" y="2453166"/>
                  </a:cubicBezTo>
                  <a:lnTo>
                    <a:pt x="3400811" y="1920315"/>
                  </a:lnTo>
                  <a:lnTo>
                    <a:pt x="3440550" y="1953102"/>
                  </a:lnTo>
                  <a:cubicBezTo>
                    <a:pt x="3461423" y="1967204"/>
                    <a:pt x="3483726" y="1979350"/>
                    <a:pt x="3507197" y="1989277"/>
                  </a:cubicBezTo>
                  <a:lnTo>
                    <a:pt x="3543794" y="2000637"/>
                  </a:lnTo>
                  <a:lnTo>
                    <a:pt x="3543794" y="2512654"/>
                  </a:lnTo>
                  <a:cubicBezTo>
                    <a:pt x="3543794" y="2674989"/>
                    <a:pt x="3412195" y="2806588"/>
                    <a:pt x="3249860" y="2806588"/>
                  </a:cubicBezTo>
                  <a:lnTo>
                    <a:pt x="293934" y="2806588"/>
                  </a:lnTo>
                  <a:cubicBezTo>
                    <a:pt x="131599" y="2806588"/>
                    <a:pt x="0" y="2674989"/>
                    <a:pt x="0" y="2512654"/>
                  </a:cubicBezTo>
                  <a:lnTo>
                    <a:pt x="0" y="293934"/>
                  </a:lnTo>
                  <a:cubicBezTo>
                    <a:pt x="0" y="131599"/>
                    <a:pt x="131599" y="0"/>
                    <a:pt x="29393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grpSp>
        <p:nvGrpSpPr>
          <p:cNvPr id="180" name="Groupe 179">
            <a:extLst>
              <a:ext uri="{FF2B5EF4-FFF2-40B4-BE49-F238E27FC236}">
                <a16:creationId xmlns:a16="http://schemas.microsoft.com/office/drawing/2014/main" id="{0DDDF8B3-BB0A-DDE9-443D-70AB78AF7006}"/>
              </a:ext>
            </a:extLst>
          </p:cNvPr>
          <p:cNvGrpSpPr/>
          <p:nvPr/>
        </p:nvGrpSpPr>
        <p:grpSpPr>
          <a:xfrm>
            <a:off x="6890022" y="323243"/>
            <a:ext cx="4562610" cy="2806588"/>
            <a:chOff x="463315" y="340176"/>
            <a:chExt cx="4562610" cy="2806588"/>
          </a:xfrm>
        </p:grpSpPr>
        <p:sp>
          <p:nvSpPr>
            <p:cNvPr id="181" name="Forme libre : forme 180">
              <a:extLst>
                <a:ext uri="{FF2B5EF4-FFF2-40B4-BE49-F238E27FC236}">
                  <a16:creationId xmlns:a16="http://schemas.microsoft.com/office/drawing/2014/main" id="{C2AA9F09-FC32-5BA2-D7B3-B36BC1892145}"/>
                </a:ext>
              </a:extLst>
            </p:cNvPr>
            <p:cNvSpPr/>
            <p:nvPr/>
          </p:nvSpPr>
          <p:spPr>
            <a:xfrm>
              <a:off x="608585" y="492548"/>
              <a:ext cx="4417340" cy="2501900"/>
            </a:xfrm>
            <a:custGeom>
              <a:avLst/>
              <a:gdLst>
                <a:gd name="connsiteX0" fmla="*/ 201078 w 4417340"/>
                <a:gd name="connsiteY0" fmla="*/ 0 h 2501900"/>
                <a:gd name="connsiteX1" fmla="*/ 3054356 w 4417340"/>
                <a:gd name="connsiteY1" fmla="*/ 0 h 2501900"/>
                <a:gd name="connsiteX2" fmla="*/ 3255434 w 4417340"/>
                <a:gd name="connsiteY2" fmla="*/ 201078 h 2501900"/>
                <a:gd name="connsiteX3" fmla="*/ 3255434 w 4417340"/>
                <a:gd name="connsiteY3" fmla="*/ 859213 h 2501900"/>
                <a:gd name="connsiteX4" fmla="*/ 3459729 w 4417340"/>
                <a:gd name="connsiteY4" fmla="*/ 1087460 h 2501900"/>
                <a:gd name="connsiteX5" fmla="*/ 3514649 w 4417340"/>
                <a:gd name="connsiteY5" fmla="*/ 1081924 h 2501900"/>
                <a:gd name="connsiteX6" fmla="*/ 3593722 w 4417340"/>
                <a:gd name="connsiteY6" fmla="*/ 1089895 h 2501900"/>
                <a:gd name="connsiteX7" fmla="*/ 3605912 w 4417340"/>
                <a:gd name="connsiteY7" fmla="*/ 1093679 h 2501900"/>
                <a:gd name="connsiteX8" fmla="*/ 3601411 w 4417340"/>
                <a:gd name="connsiteY8" fmla="*/ 1049221 h 2501900"/>
                <a:gd name="connsiteX9" fmla="*/ 3995934 w 4417340"/>
                <a:gd name="connsiteY9" fmla="*/ 656344 h 2501900"/>
                <a:gd name="connsiteX10" fmla="*/ 4390457 w 4417340"/>
                <a:gd name="connsiteY10" fmla="*/ 1049221 h 2501900"/>
                <a:gd name="connsiteX11" fmla="*/ 3995934 w 4417340"/>
                <a:gd name="connsiteY11" fmla="*/ 1442098 h 2501900"/>
                <a:gd name="connsiteX12" fmla="*/ 3916424 w 4417340"/>
                <a:gd name="connsiteY12" fmla="*/ 1434116 h 2501900"/>
                <a:gd name="connsiteX13" fmla="*/ 3902522 w 4417340"/>
                <a:gd name="connsiteY13" fmla="*/ 1429819 h 2501900"/>
                <a:gd name="connsiteX14" fmla="*/ 3907004 w 4417340"/>
                <a:gd name="connsiteY14" fmla="*/ 1474279 h 2501900"/>
                <a:gd name="connsiteX15" fmla="*/ 3903910 w 4417340"/>
                <a:gd name="connsiteY15" fmla="*/ 1504969 h 2501900"/>
                <a:gd name="connsiteX16" fmla="*/ 3945912 w 4417340"/>
                <a:gd name="connsiteY16" fmla="*/ 1491931 h 2501900"/>
                <a:gd name="connsiteX17" fmla="*/ 4024985 w 4417340"/>
                <a:gd name="connsiteY17" fmla="*/ 1483960 h 2501900"/>
                <a:gd name="connsiteX18" fmla="*/ 4417340 w 4417340"/>
                <a:gd name="connsiteY18" fmla="*/ 1876315 h 2501900"/>
                <a:gd name="connsiteX19" fmla="*/ 4024985 w 4417340"/>
                <a:gd name="connsiteY19" fmla="*/ 2268670 h 2501900"/>
                <a:gd name="connsiteX20" fmla="*/ 3632630 w 4417340"/>
                <a:gd name="connsiteY20" fmla="*/ 1876315 h 2501900"/>
                <a:gd name="connsiteX21" fmla="*/ 3635724 w 4417340"/>
                <a:gd name="connsiteY21" fmla="*/ 1845625 h 2501900"/>
                <a:gd name="connsiteX22" fmla="*/ 3593722 w 4417340"/>
                <a:gd name="connsiteY22" fmla="*/ 1858663 h 2501900"/>
                <a:gd name="connsiteX23" fmla="*/ 3514649 w 4417340"/>
                <a:gd name="connsiteY23" fmla="*/ 1866634 h 2501900"/>
                <a:gd name="connsiteX24" fmla="*/ 3295280 w 4417340"/>
                <a:gd name="connsiteY24" fmla="*/ 1799626 h 2501900"/>
                <a:gd name="connsiteX25" fmla="*/ 3255434 w 4417340"/>
                <a:gd name="connsiteY25" fmla="*/ 1766751 h 2501900"/>
                <a:gd name="connsiteX26" fmla="*/ 3255434 w 4417340"/>
                <a:gd name="connsiteY26" fmla="*/ 2300822 h 2501900"/>
                <a:gd name="connsiteX27" fmla="*/ 3054356 w 4417340"/>
                <a:gd name="connsiteY27" fmla="*/ 2501900 h 2501900"/>
                <a:gd name="connsiteX28" fmla="*/ 201078 w 4417340"/>
                <a:gd name="connsiteY28" fmla="*/ 2501900 h 2501900"/>
                <a:gd name="connsiteX29" fmla="*/ 0 w 4417340"/>
                <a:gd name="connsiteY29" fmla="*/ 2300822 h 2501900"/>
                <a:gd name="connsiteX30" fmla="*/ 0 w 4417340"/>
                <a:gd name="connsiteY30" fmla="*/ 201078 h 2501900"/>
                <a:gd name="connsiteX31" fmla="*/ 201078 w 4417340"/>
                <a:gd name="connsiteY31" fmla="*/ 0 h 2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340" h="2501900">
                  <a:moveTo>
                    <a:pt x="201078" y="0"/>
                  </a:moveTo>
                  <a:lnTo>
                    <a:pt x="3054356" y="0"/>
                  </a:lnTo>
                  <a:cubicBezTo>
                    <a:pt x="3165408" y="0"/>
                    <a:pt x="3255434" y="90026"/>
                    <a:pt x="3255434" y="201078"/>
                  </a:cubicBezTo>
                  <a:lnTo>
                    <a:pt x="3255434" y="859213"/>
                  </a:lnTo>
                  <a:lnTo>
                    <a:pt x="3459729" y="1087460"/>
                  </a:lnTo>
                  <a:lnTo>
                    <a:pt x="3514649" y="1081924"/>
                  </a:lnTo>
                  <a:cubicBezTo>
                    <a:pt x="3541735" y="1081924"/>
                    <a:pt x="3568181" y="1084669"/>
                    <a:pt x="3593722" y="1089895"/>
                  </a:cubicBezTo>
                  <a:lnTo>
                    <a:pt x="3605912" y="1093679"/>
                  </a:lnTo>
                  <a:lnTo>
                    <a:pt x="3601411" y="1049221"/>
                  </a:lnTo>
                  <a:cubicBezTo>
                    <a:pt x="3601411" y="832241"/>
                    <a:pt x="3778045" y="656344"/>
                    <a:pt x="3995934" y="656344"/>
                  </a:cubicBezTo>
                  <a:cubicBezTo>
                    <a:pt x="4213823" y="656344"/>
                    <a:pt x="4390457" y="832241"/>
                    <a:pt x="4390457" y="1049221"/>
                  </a:cubicBezTo>
                  <a:cubicBezTo>
                    <a:pt x="4390457" y="1266201"/>
                    <a:pt x="4213823" y="1442098"/>
                    <a:pt x="3995934" y="1442098"/>
                  </a:cubicBezTo>
                  <a:cubicBezTo>
                    <a:pt x="3968698" y="1442098"/>
                    <a:pt x="3942107" y="1439350"/>
                    <a:pt x="3916424" y="1434116"/>
                  </a:cubicBezTo>
                  <a:lnTo>
                    <a:pt x="3902522" y="1429819"/>
                  </a:lnTo>
                  <a:lnTo>
                    <a:pt x="3907004" y="1474279"/>
                  </a:lnTo>
                  <a:lnTo>
                    <a:pt x="3903910" y="1504969"/>
                  </a:lnTo>
                  <a:lnTo>
                    <a:pt x="3945912" y="1491931"/>
                  </a:lnTo>
                  <a:cubicBezTo>
                    <a:pt x="3971453" y="1486705"/>
                    <a:pt x="3997899" y="1483960"/>
                    <a:pt x="4024985" y="1483960"/>
                  </a:cubicBezTo>
                  <a:cubicBezTo>
                    <a:pt x="4241677" y="1483960"/>
                    <a:pt x="4417340" y="1659623"/>
                    <a:pt x="4417340" y="1876315"/>
                  </a:cubicBezTo>
                  <a:cubicBezTo>
                    <a:pt x="4417340" y="2093007"/>
                    <a:pt x="4241677" y="2268670"/>
                    <a:pt x="4024985" y="2268670"/>
                  </a:cubicBezTo>
                  <a:cubicBezTo>
                    <a:pt x="3808293" y="2268670"/>
                    <a:pt x="3632630" y="2093007"/>
                    <a:pt x="3632630" y="1876315"/>
                  </a:cubicBezTo>
                  <a:lnTo>
                    <a:pt x="3635724" y="1845625"/>
                  </a:lnTo>
                  <a:lnTo>
                    <a:pt x="3593722" y="1858663"/>
                  </a:lnTo>
                  <a:cubicBezTo>
                    <a:pt x="3568181" y="1863889"/>
                    <a:pt x="3541735" y="1866634"/>
                    <a:pt x="3514649" y="1866634"/>
                  </a:cubicBezTo>
                  <a:cubicBezTo>
                    <a:pt x="3433390" y="1866634"/>
                    <a:pt x="3357900" y="1841932"/>
                    <a:pt x="3295280" y="1799626"/>
                  </a:cubicBezTo>
                  <a:lnTo>
                    <a:pt x="3255434" y="1766751"/>
                  </a:lnTo>
                  <a:lnTo>
                    <a:pt x="3255434" y="2300822"/>
                  </a:lnTo>
                  <a:cubicBezTo>
                    <a:pt x="3255434" y="2411874"/>
                    <a:pt x="3165408" y="2501900"/>
                    <a:pt x="3054356" y="2501900"/>
                  </a:cubicBezTo>
                  <a:lnTo>
                    <a:pt x="201078" y="2501900"/>
                  </a:lnTo>
                  <a:cubicBezTo>
                    <a:pt x="90026" y="2501900"/>
                    <a:pt x="0" y="2411874"/>
                    <a:pt x="0" y="2300822"/>
                  </a:cubicBezTo>
                  <a:lnTo>
                    <a:pt x="0" y="201078"/>
                  </a:lnTo>
                  <a:cubicBezTo>
                    <a:pt x="0" y="90026"/>
                    <a:pt x="90026" y="0"/>
                    <a:pt x="20107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182" name="Forme libre : forme 181">
              <a:extLst>
                <a:ext uri="{FF2B5EF4-FFF2-40B4-BE49-F238E27FC236}">
                  <a16:creationId xmlns:a16="http://schemas.microsoft.com/office/drawing/2014/main" id="{A9083214-6F60-684C-F082-BB0CC70373AC}"/>
                </a:ext>
              </a:extLst>
            </p:cNvPr>
            <p:cNvSpPr/>
            <p:nvPr/>
          </p:nvSpPr>
          <p:spPr>
            <a:xfrm>
              <a:off x="600228" y="1419220"/>
              <a:ext cx="2724662" cy="1121089"/>
            </a:xfrm>
            <a:custGeom>
              <a:avLst/>
              <a:gdLst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549400 w 2689225"/>
                <a:gd name="connsiteY12" fmla="*/ 838064 h 1119057"/>
                <a:gd name="connsiteX13" fmla="*/ 1654175 w 2689225"/>
                <a:gd name="connsiteY13" fmla="*/ 825364 h 1119057"/>
                <a:gd name="connsiteX14" fmla="*/ 1822450 w 2689225"/>
                <a:gd name="connsiteY14" fmla="*/ 552314 h 1119057"/>
                <a:gd name="connsiteX15" fmla="*/ 1930400 w 2689225"/>
                <a:gd name="connsiteY15" fmla="*/ 339589 h 1119057"/>
                <a:gd name="connsiteX16" fmla="*/ 2133600 w 2689225"/>
                <a:gd name="connsiteY16" fmla="*/ 244339 h 1119057"/>
                <a:gd name="connsiteX17" fmla="*/ 2320925 w 2689225"/>
                <a:gd name="connsiteY17" fmla="*/ 501514 h 1119057"/>
                <a:gd name="connsiteX18" fmla="*/ 2689225 w 2689225"/>
                <a:gd name="connsiteY18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749300 w 2689225"/>
                <a:gd name="connsiteY4" fmla="*/ 434839 h 1119057"/>
                <a:gd name="connsiteX5" fmla="*/ 847725 w 2689225"/>
                <a:gd name="connsiteY5" fmla="*/ 218939 h 1119057"/>
                <a:gd name="connsiteX6" fmla="*/ 930275 w 2689225"/>
                <a:gd name="connsiteY6" fmla="*/ 72889 h 1119057"/>
                <a:gd name="connsiteX7" fmla="*/ 1095375 w 2689225"/>
                <a:gd name="connsiteY7" fmla="*/ 3039 h 1119057"/>
                <a:gd name="connsiteX8" fmla="*/ 1238250 w 2689225"/>
                <a:gd name="connsiteY8" fmla="*/ 168139 h 1119057"/>
                <a:gd name="connsiteX9" fmla="*/ 1336675 w 2689225"/>
                <a:gd name="connsiteY9" fmla="*/ 526914 h 1119057"/>
                <a:gd name="connsiteX10" fmla="*/ 1441450 w 2689225"/>
                <a:gd name="connsiteY10" fmla="*/ 777739 h 1119057"/>
                <a:gd name="connsiteX11" fmla="*/ 1527175 w 2689225"/>
                <a:gd name="connsiteY11" fmla="*/ 847589 h 1119057"/>
                <a:gd name="connsiteX12" fmla="*/ 1654175 w 2689225"/>
                <a:gd name="connsiteY12" fmla="*/ 825364 h 1119057"/>
                <a:gd name="connsiteX13" fmla="*/ 1822450 w 2689225"/>
                <a:gd name="connsiteY13" fmla="*/ 552314 h 1119057"/>
                <a:gd name="connsiteX14" fmla="*/ 1930400 w 2689225"/>
                <a:gd name="connsiteY14" fmla="*/ 339589 h 1119057"/>
                <a:gd name="connsiteX15" fmla="*/ 2133600 w 2689225"/>
                <a:gd name="connsiteY15" fmla="*/ 244339 h 1119057"/>
                <a:gd name="connsiteX16" fmla="*/ 2320925 w 2689225"/>
                <a:gd name="connsiteY16" fmla="*/ 501514 h 1119057"/>
                <a:gd name="connsiteX17" fmla="*/ 2689225 w 2689225"/>
                <a:gd name="connsiteY17" fmla="*/ 895214 h 1119057"/>
                <a:gd name="connsiteX0" fmla="*/ 0 w 2689225"/>
                <a:gd name="connsiteY0" fmla="*/ 1111114 h 1119057"/>
                <a:gd name="connsiteX1" fmla="*/ 241300 w 2689225"/>
                <a:gd name="connsiteY1" fmla="*/ 1111114 h 1119057"/>
                <a:gd name="connsiteX2" fmla="*/ 415925 w 2689225"/>
                <a:gd name="connsiteY2" fmla="*/ 1028564 h 1119057"/>
                <a:gd name="connsiteX3" fmla="*/ 593725 w 2689225"/>
                <a:gd name="connsiteY3" fmla="*/ 815839 h 1119057"/>
                <a:gd name="connsiteX4" fmla="*/ 847725 w 2689225"/>
                <a:gd name="connsiteY4" fmla="*/ 218939 h 1119057"/>
                <a:gd name="connsiteX5" fmla="*/ 930275 w 2689225"/>
                <a:gd name="connsiteY5" fmla="*/ 72889 h 1119057"/>
                <a:gd name="connsiteX6" fmla="*/ 1095375 w 2689225"/>
                <a:gd name="connsiteY6" fmla="*/ 3039 h 1119057"/>
                <a:gd name="connsiteX7" fmla="*/ 1238250 w 2689225"/>
                <a:gd name="connsiteY7" fmla="*/ 168139 h 1119057"/>
                <a:gd name="connsiteX8" fmla="*/ 1336675 w 2689225"/>
                <a:gd name="connsiteY8" fmla="*/ 526914 h 1119057"/>
                <a:gd name="connsiteX9" fmla="*/ 1441450 w 2689225"/>
                <a:gd name="connsiteY9" fmla="*/ 777739 h 1119057"/>
                <a:gd name="connsiteX10" fmla="*/ 1527175 w 2689225"/>
                <a:gd name="connsiteY10" fmla="*/ 847589 h 1119057"/>
                <a:gd name="connsiteX11" fmla="*/ 1654175 w 2689225"/>
                <a:gd name="connsiteY11" fmla="*/ 825364 h 1119057"/>
                <a:gd name="connsiteX12" fmla="*/ 1822450 w 2689225"/>
                <a:gd name="connsiteY12" fmla="*/ 552314 h 1119057"/>
                <a:gd name="connsiteX13" fmla="*/ 1930400 w 2689225"/>
                <a:gd name="connsiteY13" fmla="*/ 339589 h 1119057"/>
                <a:gd name="connsiteX14" fmla="*/ 2133600 w 2689225"/>
                <a:gd name="connsiteY14" fmla="*/ 244339 h 1119057"/>
                <a:gd name="connsiteX15" fmla="*/ 2320925 w 2689225"/>
                <a:gd name="connsiteY15" fmla="*/ 501514 h 1119057"/>
                <a:gd name="connsiteX16" fmla="*/ 2689225 w 2689225"/>
                <a:gd name="connsiteY16" fmla="*/ 895214 h 1119057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27175 w 2689225"/>
                <a:gd name="connsiteY10" fmla="*/ 8473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549400 w 2689225"/>
                <a:gd name="connsiteY10" fmla="*/ 860027 h 1118795"/>
                <a:gd name="connsiteX11" fmla="*/ 1654175 w 2689225"/>
                <a:gd name="connsiteY11" fmla="*/ 825102 h 1118795"/>
                <a:gd name="connsiteX12" fmla="*/ 1822450 w 2689225"/>
                <a:gd name="connsiteY12" fmla="*/ 552052 h 1118795"/>
                <a:gd name="connsiteX13" fmla="*/ 1930400 w 2689225"/>
                <a:gd name="connsiteY13" fmla="*/ 339327 h 1118795"/>
                <a:gd name="connsiteX14" fmla="*/ 2133600 w 2689225"/>
                <a:gd name="connsiteY14" fmla="*/ 244077 h 1118795"/>
                <a:gd name="connsiteX15" fmla="*/ 2320925 w 2689225"/>
                <a:gd name="connsiteY15" fmla="*/ 501252 h 1118795"/>
                <a:gd name="connsiteX16" fmla="*/ 2689225 w 2689225"/>
                <a:gd name="connsiteY16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2245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816100 w 2689225"/>
                <a:gd name="connsiteY11" fmla="*/ 552052 h 1118795"/>
                <a:gd name="connsiteX12" fmla="*/ 1930400 w 2689225"/>
                <a:gd name="connsiteY12" fmla="*/ 339327 h 1118795"/>
                <a:gd name="connsiteX13" fmla="*/ 2133600 w 2689225"/>
                <a:gd name="connsiteY13" fmla="*/ 244077 h 1118795"/>
                <a:gd name="connsiteX14" fmla="*/ 2320925 w 2689225"/>
                <a:gd name="connsiteY14" fmla="*/ 501252 h 1118795"/>
                <a:gd name="connsiteX15" fmla="*/ 2689225 w 2689225"/>
                <a:gd name="connsiteY15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133600 w 2689225"/>
                <a:gd name="connsiteY12" fmla="*/ 244077 h 1118795"/>
                <a:gd name="connsiteX13" fmla="*/ 2320925 w 2689225"/>
                <a:gd name="connsiteY13" fmla="*/ 501252 h 1118795"/>
                <a:gd name="connsiteX14" fmla="*/ 2689225 w 2689225"/>
                <a:gd name="connsiteY14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320925 w 2689225"/>
                <a:gd name="connsiteY12" fmla="*/ 501252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932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0852 h 1118795"/>
                <a:gd name="connsiteX1" fmla="*/ 241300 w 2689225"/>
                <a:gd name="connsiteY1" fmla="*/ 1110852 h 1118795"/>
                <a:gd name="connsiteX2" fmla="*/ 415925 w 2689225"/>
                <a:gd name="connsiteY2" fmla="*/ 1028302 h 1118795"/>
                <a:gd name="connsiteX3" fmla="*/ 593725 w 2689225"/>
                <a:gd name="connsiteY3" fmla="*/ 815577 h 1118795"/>
                <a:gd name="connsiteX4" fmla="*/ 847725 w 2689225"/>
                <a:gd name="connsiteY4" fmla="*/ 218677 h 1118795"/>
                <a:gd name="connsiteX5" fmla="*/ 930275 w 2689225"/>
                <a:gd name="connsiteY5" fmla="*/ 72627 h 1118795"/>
                <a:gd name="connsiteX6" fmla="*/ 1095375 w 2689225"/>
                <a:gd name="connsiteY6" fmla="*/ 2777 h 1118795"/>
                <a:gd name="connsiteX7" fmla="*/ 1238250 w 2689225"/>
                <a:gd name="connsiteY7" fmla="*/ 167877 h 1118795"/>
                <a:gd name="connsiteX8" fmla="*/ 1336675 w 2689225"/>
                <a:gd name="connsiteY8" fmla="*/ 526652 h 1118795"/>
                <a:gd name="connsiteX9" fmla="*/ 1441450 w 2689225"/>
                <a:gd name="connsiteY9" fmla="*/ 777477 h 1118795"/>
                <a:gd name="connsiteX10" fmla="*/ 1654175 w 2689225"/>
                <a:gd name="connsiteY10" fmla="*/ 825102 h 1118795"/>
                <a:gd name="connsiteX11" fmla="*/ 1930400 w 2689225"/>
                <a:gd name="connsiteY11" fmla="*/ 332977 h 1118795"/>
                <a:gd name="connsiteX12" fmla="*/ 2286000 w 2689225"/>
                <a:gd name="connsiteY12" fmla="*/ 394890 h 1118795"/>
                <a:gd name="connsiteX13" fmla="*/ 2689225 w 2689225"/>
                <a:gd name="connsiteY13" fmla="*/ 894952 h 1118795"/>
                <a:gd name="connsiteX0" fmla="*/ 0 w 2689225"/>
                <a:gd name="connsiteY0" fmla="*/ 1111290 h 1119233"/>
                <a:gd name="connsiteX1" fmla="*/ 241300 w 2689225"/>
                <a:gd name="connsiteY1" fmla="*/ 1111290 h 1119233"/>
                <a:gd name="connsiteX2" fmla="*/ 415925 w 2689225"/>
                <a:gd name="connsiteY2" fmla="*/ 1028740 h 1119233"/>
                <a:gd name="connsiteX3" fmla="*/ 593725 w 2689225"/>
                <a:gd name="connsiteY3" fmla="*/ 816015 h 1119233"/>
                <a:gd name="connsiteX4" fmla="*/ 847725 w 2689225"/>
                <a:gd name="connsiteY4" fmla="*/ 219115 h 1119233"/>
                <a:gd name="connsiteX5" fmla="*/ 930275 w 2689225"/>
                <a:gd name="connsiteY5" fmla="*/ 68302 h 1119233"/>
                <a:gd name="connsiteX6" fmla="*/ 1095375 w 2689225"/>
                <a:gd name="connsiteY6" fmla="*/ 3215 h 1119233"/>
                <a:gd name="connsiteX7" fmla="*/ 1238250 w 2689225"/>
                <a:gd name="connsiteY7" fmla="*/ 168315 h 1119233"/>
                <a:gd name="connsiteX8" fmla="*/ 1336675 w 2689225"/>
                <a:gd name="connsiteY8" fmla="*/ 527090 h 1119233"/>
                <a:gd name="connsiteX9" fmla="*/ 1441450 w 2689225"/>
                <a:gd name="connsiteY9" fmla="*/ 777915 h 1119233"/>
                <a:gd name="connsiteX10" fmla="*/ 1654175 w 2689225"/>
                <a:gd name="connsiteY10" fmla="*/ 825540 h 1119233"/>
                <a:gd name="connsiteX11" fmla="*/ 1930400 w 2689225"/>
                <a:gd name="connsiteY11" fmla="*/ 333415 h 1119233"/>
                <a:gd name="connsiteX12" fmla="*/ 2286000 w 2689225"/>
                <a:gd name="connsiteY12" fmla="*/ 395328 h 1119233"/>
                <a:gd name="connsiteX13" fmla="*/ 2689225 w 2689225"/>
                <a:gd name="connsiteY13" fmla="*/ 895390 h 1119233"/>
                <a:gd name="connsiteX0" fmla="*/ 0 w 2689225"/>
                <a:gd name="connsiteY0" fmla="*/ 1110846 h 1118789"/>
                <a:gd name="connsiteX1" fmla="*/ 241300 w 2689225"/>
                <a:gd name="connsiteY1" fmla="*/ 1110846 h 1118789"/>
                <a:gd name="connsiteX2" fmla="*/ 415925 w 2689225"/>
                <a:gd name="connsiteY2" fmla="*/ 1028296 h 1118789"/>
                <a:gd name="connsiteX3" fmla="*/ 593725 w 2689225"/>
                <a:gd name="connsiteY3" fmla="*/ 815571 h 1118789"/>
                <a:gd name="connsiteX4" fmla="*/ 847725 w 2689225"/>
                <a:gd name="connsiteY4" fmla="*/ 218671 h 1118789"/>
                <a:gd name="connsiteX5" fmla="*/ 930275 w 2689225"/>
                <a:gd name="connsiteY5" fmla="*/ 67858 h 1118789"/>
                <a:gd name="connsiteX6" fmla="*/ 1095375 w 2689225"/>
                <a:gd name="connsiteY6" fmla="*/ 2771 h 1118789"/>
                <a:gd name="connsiteX7" fmla="*/ 1238250 w 2689225"/>
                <a:gd name="connsiteY7" fmla="*/ 167871 h 1118789"/>
                <a:gd name="connsiteX8" fmla="*/ 1336675 w 2689225"/>
                <a:gd name="connsiteY8" fmla="*/ 526646 h 1118789"/>
                <a:gd name="connsiteX9" fmla="*/ 1441450 w 2689225"/>
                <a:gd name="connsiteY9" fmla="*/ 777471 h 1118789"/>
                <a:gd name="connsiteX10" fmla="*/ 1654175 w 2689225"/>
                <a:gd name="connsiteY10" fmla="*/ 825096 h 1118789"/>
                <a:gd name="connsiteX11" fmla="*/ 1930400 w 2689225"/>
                <a:gd name="connsiteY11" fmla="*/ 332971 h 1118789"/>
                <a:gd name="connsiteX12" fmla="*/ 2286000 w 2689225"/>
                <a:gd name="connsiteY12" fmla="*/ 394884 h 1118789"/>
                <a:gd name="connsiteX13" fmla="*/ 2689225 w 2689225"/>
                <a:gd name="connsiteY13" fmla="*/ 894946 h 1118789"/>
                <a:gd name="connsiteX0" fmla="*/ 0 w 2689225"/>
                <a:gd name="connsiteY0" fmla="*/ 1111986 h 1119929"/>
                <a:gd name="connsiteX1" fmla="*/ 241300 w 2689225"/>
                <a:gd name="connsiteY1" fmla="*/ 1111986 h 1119929"/>
                <a:gd name="connsiteX2" fmla="*/ 415925 w 2689225"/>
                <a:gd name="connsiteY2" fmla="*/ 1029436 h 1119929"/>
                <a:gd name="connsiteX3" fmla="*/ 593725 w 2689225"/>
                <a:gd name="connsiteY3" fmla="*/ 816711 h 1119929"/>
                <a:gd name="connsiteX4" fmla="*/ 847725 w 2689225"/>
                <a:gd name="connsiteY4" fmla="*/ 219811 h 1119929"/>
                <a:gd name="connsiteX5" fmla="*/ 930275 w 2689225"/>
                <a:gd name="connsiteY5" fmla="*/ 68998 h 1119929"/>
                <a:gd name="connsiteX6" fmla="*/ 1095375 w 2689225"/>
                <a:gd name="connsiteY6" fmla="*/ 3911 h 1119929"/>
                <a:gd name="connsiteX7" fmla="*/ 1238250 w 2689225"/>
                <a:gd name="connsiteY7" fmla="*/ 169011 h 1119929"/>
                <a:gd name="connsiteX8" fmla="*/ 1336675 w 2689225"/>
                <a:gd name="connsiteY8" fmla="*/ 527786 h 1119929"/>
                <a:gd name="connsiteX9" fmla="*/ 1441450 w 2689225"/>
                <a:gd name="connsiteY9" fmla="*/ 778611 h 1119929"/>
                <a:gd name="connsiteX10" fmla="*/ 1654175 w 2689225"/>
                <a:gd name="connsiteY10" fmla="*/ 826236 h 1119929"/>
                <a:gd name="connsiteX11" fmla="*/ 1930400 w 2689225"/>
                <a:gd name="connsiteY11" fmla="*/ 334111 h 1119929"/>
                <a:gd name="connsiteX12" fmla="*/ 2286000 w 2689225"/>
                <a:gd name="connsiteY12" fmla="*/ 396024 h 1119929"/>
                <a:gd name="connsiteX13" fmla="*/ 2689225 w 2689225"/>
                <a:gd name="connsiteY13" fmla="*/ 896086 h 1119929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3027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4040 h 1121983"/>
                <a:gd name="connsiteX1" fmla="*/ 241300 w 2689225"/>
                <a:gd name="connsiteY1" fmla="*/ 1114040 h 1121983"/>
                <a:gd name="connsiteX2" fmla="*/ 415925 w 2689225"/>
                <a:gd name="connsiteY2" fmla="*/ 1031490 h 1121983"/>
                <a:gd name="connsiteX3" fmla="*/ 593725 w 2689225"/>
                <a:gd name="connsiteY3" fmla="*/ 818765 h 1121983"/>
                <a:gd name="connsiteX4" fmla="*/ 847725 w 2689225"/>
                <a:gd name="connsiteY4" fmla="*/ 221865 h 1121983"/>
                <a:gd name="connsiteX5" fmla="*/ 923925 w 2689225"/>
                <a:gd name="connsiteY5" fmla="*/ 71052 h 1121983"/>
                <a:gd name="connsiteX6" fmla="*/ 1095375 w 2689225"/>
                <a:gd name="connsiteY6" fmla="*/ 5965 h 1121983"/>
                <a:gd name="connsiteX7" fmla="*/ 1238250 w 2689225"/>
                <a:gd name="connsiteY7" fmla="*/ 171065 h 1121983"/>
                <a:gd name="connsiteX8" fmla="*/ 1336675 w 2689225"/>
                <a:gd name="connsiteY8" fmla="*/ 529840 h 1121983"/>
                <a:gd name="connsiteX9" fmla="*/ 1441450 w 2689225"/>
                <a:gd name="connsiteY9" fmla="*/ 780665 h 1121983"/>
                <a:gd name="connsiteX10" fmla="*/ 1654175 w 2689225"/>
                <a:gd name="connsiteY10" fmla="*/ 828290 h 1121983"/>
                <a:gd name="connsiteX11" fmla="*/ 1930400 w 2689225"/>
                <a:gd name="connsiteY11" fmla="*/ 336165 h 1121983"/>
                <a:gd name="connsiteX12" fmla="*/ 2286000 w 2689225"/>
                <a:gd name="connsiteY12" fmla="*/ 398078 h 1121983"/>
                <a:gd name="connsiteX13" fmla="*/ 2689225 w 2689225"/>
                <a:gd name="connsiteY13" fmla="*/ 898140 h 1121983"/>
                <a:gd name="connsiteX0" fmla="*/ 0 w 2689225"/>
                <a:gd name="connsiteY0" fmla="*/ 1113146 h 1121089"/>
                <a:gd name="connsiteX1" fmla="*/ 241300 w 2689225"/>
                <a:gd name="connsiteY1" fmla="*/ 1113146 h 1121089"/>
                <a:gd name="connsiteX2" fmla="*/ 415925 w 2689225"/>
                <a:gd name="connsiteY2" fmla="*/ 1030596 h 1121089"/>
                <a:gd name="connsiteX3" fmla="*/ 593725 w 2689225"/>
                <a:gd name="connsiteY3" fmla="*/ 817871 h 1121089"/>
                <a:gd name="connsiteX4" fmla="*/ 847725 w 2689225"/>
                <a:gd name="connsiteY4" fmla="*/ 220971 h 1121089"/>
                <a:gd name="connsiteX5" fmla="*/ 923925 w 2689225"/>
                <a:gd name="connsiteY5" fmla="*/ 70158 h 1121089"/>
                <a:gd name="connsiteX6" fmla="*/ 1095375 w 2689225"/>
                <a:gd name="connsiteY6" fmla="*/ 5071 h 1121089"/>
                <a:gd name="connsiteX7" fmla="*/ 1238250 w 2689225"/>
                <a:gd name="connsiteY7" fmla="*/ 170171 h 1121089"/>
                <a:gd name="connsiteX8" fmla="*/ 1336675 w 2689225"/>
                <a:gd name="connsiteY8" fmla="*/ 528946 h 1121089"/>
                <a:gd name="connsiteX9" fmla="*/ 1441450 w 2689225"/>
                <a:gd name="connsiteY9" fmla="*/ 779771 h 1121089"/>
                <a:gd name="connsiteX10" fmla="*/ 1654175 w 2689225"/>
                <a:gd name="connsiteY10" fmla="*/ 827396 h 1121089"/>
                <a:gd name="connsiteX11" fmla="*/ 1930400 w 2689225"/>
                <a:gd name="connsiteY11" fmla="*/ 335271 h 1121089"/>
                <a:gd name="connsiteX12" fmla="*/ 2286000 w 2689225"/>
                <a:gd name="connsiteY12" fmla="*/ 397184 h 1121089"/>
                <a:gd name="connsiteX13" fmla="*/ 2689225 w 2689225"/>
                <a:gd name="connsiteY13" fmla="*/ 897246 h 112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89225" h="1121089">
                  <a:moveTo>
                    <a:pt x="0" y="1113146"/>
                  </a:moveTo>
                  <a:cubicBezTo>
                    <a:pt x="85989" y="1120025"/>
                    <a:pt x="171979" y="1126904"/>
                    <a:pt x="241300" y="1113146"/>
                  </a:cubicBezTo>
                  <a:cubicBezTo>
                    <a:pt x="310621" y="1099388"/>
                    <a:pt x="357188" y="1079808"/>
                    <a:pt x="415925" y="1030596"/>
                  </a:cubicBezTo>
                  <a:cubicBezTo>
                    <a:pt x="474663" y="981383"/>
                    <a:pt x="521758" y="952808"/>
                    <a:pt x="593725" y="817871"/>
                  </a:cubicBezTo>
                  <a:cubicBezTo>
                    <a:pt x="665692" y="682934"/>
                    <a:pt x="792692" y="345590"/>
                    <a:pt x="847725" y="220971"/>
                  </a:cubicBezTo>
                  <a:cubicBezTo>
                    <a:pt x="902758" y="96352"/>
                    <a:pt x="885824" y="126780"/>
                    <a:pt x="923925" y="70158"/>
                  </a:cubicBezTo>
                  <a:cubicBezTo>
                    <a:pt x="962026" y="13536"/>
                    <a:pt x="1042988" y="-11598"/>
                    <a:pt x="1095375" y="5071"/>
                  </a:cubicBezTo>
                  <a:cubicBezTo>
                    <a:pt x="1147762" y="21740"/>
                    <a:pt x="1193270" y="52697"/>
                    <a:pt x="1238250" y="170171"/>
                  </a:cubicBezTo>
                  <a:cubicBezTo>
                    <a:pt x="1283230" y="287645"/>
                    <a:pt x="1302808" y="427346"/>
                    <a:pt x="1336675" y="528946"/>
                  </a:cubicBezTo>
                  <a:cubicBezTo>
                    <a:pt x="1370542" y="630546"/>
                    <a:pt x="1382183" y="704629"/>
                    <a:pt x="1441450" y="779771"/>
                  </a:cubicBezTo>
                  <a:cubicBezTo>
                    <a:pt x="1500717" y="854913"/>
                    <a:pt x="1572683" y="901479"/>
                    <a:pt x="1654175" y="827396"/>
                  </a:cubicBezTo>
                  <a:cubicBezTo>
                    <a:pt x="1735667" y="753313"/>
                    <a:pt x="1855259" y="430786"/>
                    <a:pt x="1930400" y="335271"/>
                  </a:cubicBezTo>
                  <a:cubicBezTo>
                    <a:pt x="2005541" y="239756"/>
                    <a:pt x="2083329" y="161705"/>
                    <a:pt x="2286000" y="397184"/>
                  </a:cubicBezTo>
                  <a:cubicBezTo>
                    <a:pt x="2378604" y="505663"/>
                    <a:pt x="2551377" y="754635"/>
                    <a:pt x="2689225" y="897246"/>
                  </a:cubicBezTo>
                </a:path>
              </a:pathLst>
            </a:custGeom>
            <a:noFill/>
            <a:ln w="130175">
              <a:gradFill>
                <a:gsLst>
                  <a:gs pos="55000">
                    <a:srgbClr val="FF0000"/>
                  </a:gs>
                  <a:gs pos="79000">
                    <a:srgbClr val="2577BB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</a:t>
              </a:r>
            </a:p>
          </p:txBody>
        </p:sp>
        <p:grpSp>
          <p:nvGrpSpPr>
            <p:cNvPr id="183" name="Groupe 182">
              <a:extLst>
                <a:ext uri="{FF2B5EF4-FFF2-40B4-BE49-F238E27FC236}">
                  <a16:creationId xmlns:a16="http://schemas.microsoft.com/office/drawing/2014/main" id="{B61F8AB7-DB40-F126-4FF3-BEEC80140EA0}"/>
                </a:ext>
              </a:extLst>
            </p:cNvPr>
            <p:cNvGrpSpPr/>
            <p:nvPr/>
          </p:nvGrpSpPr>
          <p:grpSpPr>
            <a:xfrm>
              <a:off x="2849172" y="1016417"/>
              <a:ext cx="1996864" cy="1615104"/>
              <a:chOff x="5920938" y="2182282"/>
              <a:chExt cx="1996864" cy="1615104"/>
            </a:xfrm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02DCF95E-7F22-C6EE-4243-E731AFCF86D8}"/>
                  </a:ext>
                </a:extLst>
              </p:cNvPr>
              <p:cNvSpPr/>
              <p:nvPr/>
            </p:nvSpPr>
            <p:spPr>
              <a:xfrm rot="2652461">
                <a:off x="7193491" y="3272240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7A174213-A0B4-F613-C87B-CD19F96C158C}"/>
                  </a:ext>
                </a:extLst>
              </p:cNvPr>
              <p:cNvSpPr/>
              <p:nvPr/>
            </p:nvSpPr>
            <p:spPr>
              <a:xfrm rot="18861597">
                <a:off x="7126707" y="2899831"/>
                <a:ext cx="553485" cy="119180"/>
              </a:xfrm>
              <a:prstGeom prst="rect">
                <a:avLst/>
              </a:prstGeom>
              <a:solidFill>
                <a:srgbClr val="2577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187" name="Groupe 186">
                <a:extLst>
                  <a:ext uri="{FF2B5EF4-FFF2-40B4-BE49-F238E27FC236}">
                    <a16:creationId xmlns:a16="http://schemas.microsoft.com/office/drawing/2014/main" id="{6CC36AAF-D7E7-9E0B-F865-A61A08D86662}"/>
                  </a:ext>
                </a:extLst>
              </p:cNvPr>
              <p:cNvGrpSpPr/>
              <p:nvPr/>
            </p:nvGrpSpPr>
            <p:grpSpPr>
              <a:xfrm>
                <a:off x="5920938" y="2182282"/>
                <a:ext cx="1996864" cy="1615104"/>
                <a:chOff x="5920938" y="2182282"/>
                <a:chExt cx="1996864" cy="1615104"/>
              </a:xfrm>
            </p:grpSpPr>
            <p:sp>
              <p:nvSpPr>
                <p:cNvPr id="188" name="Ellipse 187">
                  <a:extLst>
                    <a:ext uri="{FF2B5EF4-FFF2-40B4-BE49-F238E27FC236}">
                      <a16:creationId xmlns:a16="http://schemas.microsoft.com/office/drawing/2014/main" id="{011B02B8-FE7E-2724-C31A-8D8305256B65}"/>
                    </a:ext>
                  </a:extLst>
                </p:cNvPr>
                <p:cNvSpPr/>
                <p:nvPr/>
              </p:nvSpPr>
              <p:spPr>
                <a:xfrm>
                  <a:off x="6354234" y="2182282"/>
                  <a:ext cx="399600" cy="397933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89" name="Ellipse 188">
                  <a:extLst>
                    <a:ext uri="{FF2B5EF4-FFF2-40B4-BE49-F238E27FC236}">
                      <a16:creationId xmlns:a16="http://schemas.microsoft.com/office/drawing/2014/main" id="{715DD348-9D18-2AA3-A9CD-A79B280CFC85}"/>
                    </a:ext>
                  </a:extLst>
                </p:cNvPr>
                <p:cNvSpPr/>
                <p:nvPr/>
              </p:nvSpPr>
              <p:spPr>
                <a:xfrm>
                  <a:off x="7480827" y="2502022"/>
                  <a:ext cx="409047" cy="407341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0" name="Ellipse 189">
                  <a:extLst>
                    <a:ext uri="{FF2B5EF4-FFF2-40B4-BE49-F238E27FC236}">
                      <a16:creationId xmlns:a16="http://schemas.microsoft.com/office/drawing/2014/main" id="{007249D8-C8BA-1101-9C86-5FAB89D7E25B}"/>
                    </a:ext>
                  </a:extLst>
                </p:cNvPr>
                <p:cNvSpPr/>
                <p:nvPr/>
              </p:nvSpPr>
              <p:spPr>
                <a:xfrm>
                  <a:off x="7511002" y="3329387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1" name="Ellipse 190">
                  <a:extLst>
                    <a:ext uri="{FF2B5EF4-FFF2-40B4-BE49-F238E27FC236}">
                      <a16:creationId xmlns:a16="http://schemas.microsoft.com/office/drawing/2014/main" id="{9765B77A-F3FB-41CC-73BA-C5B0EC4541AA}"/>
                    </a:ext>
                  </a:extLst>
                </p:cNvPr>
                <p:cNvSpPr/>
                <p:nvPr/>
              </p:nvSpPr>
              <p:spPr>
                <a:xfrm>
                  <a:off x="7000666" y="2927351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2" name="Ellipse 191">
                  <a:extLst>
                    <a:ext uri="{FF2B5EF4-FFF2-40B4-BE49-F238E27FC236}">
                      <a16:creationId xmlns:a16="http://schemas.microsoft.com/office/drawing/2014/main" id="{83712871-2588-5F2C-D914-0C74881B06E8}"/>
                    </a:ext>
                  </a:extLst>
                </p:cNvPr>
                <p:cNvSpPr/>
                <p:nvPr/>
              </p:nvSpPr>
              <p:spPr>
                <a:xfrm>
                  <a:off x="6327982" y="3390586"/>
                  <a:ext cx="406800" cy="406800"/>
                </a:xfrm>
                <a:prstGeom prst="ellipse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DD90A09E-68C4-F19B-F782-B96FEC6796B7}"/>
                    </a:ext>
                  </a:extLst>
                </p:cNvPr>
                <p:cNvSpPr/>
                <p:nvPr/>
              </p:nvSpPr>
              <p:spPr>
                <a:xfrm rot="2890174">
                  <a:off x="6450539" y="2751248"/>
                  <a:ext cx="926528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400273B8-4132-4D94-6BD6-C259B9A01231}"/>
                    </a:ext>
                  </a:extLst>
                </p:cNvPr>
                <p:cNvSpPr/>
                <p:nvPr/>
              </p:nvSpPr>
              <p:spPr>
                <a:xfrm rot="18912334">
                  <a:off x="5920938" y="2656779"/>
                  <a:ext cx="659362" cy="119180"/>
                </a:xfrm>
                <a:prstGeom prst="rect">
                  <a:avLst/>
                </a:prstGeom>
                <a:solidFill>
                  <a:srgbClr val="2577B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 </a:t>
                  </a:r>
                </a:p>
              </p:txBody>
            </p:sp>
          </p:grpSp>
        </p:grpSp>
        <p:sp>
          <p:nvSpPr>
            <p:cNvPr id="184" name="Forme libre : forme 183">
              <a:extLst>
                <a:ext uri="{FF2B5EF4-FFF2-40B4-BE49-F238E27FC236}">
                  <a16:creationId xmlns:a16="http://schemas.microsoft.com/office/drawing/2014/main" id="{CB59ACC6-46A3-9D8C-125D-5B491A7FE337}"/>
                </a:ext>
              </a:extLst>
            </p:cNvPr>
            <p:cNvSpPr/>
            <p:nvPr/>
          </p:nvSpPr>
          <p:spPr>
            <a:xfrm>
              <a:off x="463315" y="340176"/>
              <a:ext cx="3543794" cy="2806588"/>
            </a:xfrm>
            <a:custGeom>
              <a:avLst/>
              <a:gdLst>
                <a:gd name="connsiteX0" fmla="*/ 293934 w 3543794"/>
                <a:gd name="connsiteY0" fmla="*/ 0 h 2806588"/>
                <a:gd name="connsiteX1" fmla="*/ 3249860 w 3543794"/>
                <a:gd name="connsiteY1" fmla="*/ 0 h 2806588"/>
                <a:gd name="connsiteX2" fmla="*/ 3543794 w 3543794"/>
                <a:gd name="connsiteY2" fmla="*/ 293934 h 2806588"/>
                <a:gd name="connsiteX3" fmla="*/ 3543794 w 3543794"/>
                <a:gd name="connsiteY3" fmla="*/ 1172555 h 2806588"/>
                <a:gd name="connsiteX4" fmla="*/ 3400811 w 3543794"/>
                <a:gd name="connsiteY4" fmla="*/ 1012808 h 2806588"/>
                <a:gd name="connsiteX5" fmla="*/ 3400811 w 3543794"/>
                <a:gd name="connsiteY5" fmla="*/ 353422 h 2806588"/>
                <a:gd name="connsiteX6" fmla="*/ 3199733 w 3543794"/>
                <a:gd name="connsiteY6" fmla="*/ 152344 h 2806588"/>
                <a:gd name="connsiteX7" fmla="*/ 346455 w 3543794"/>
                <a:gd name="connsiteY7" fmla="*/ 152344 h 2806588"/>
                <a:gd name="connsiteX8" fmla="*/ 145377 w 3543794"/>
                <a:gd name="connsiteY8" fmla="*/ 353422 h 2806588"/>
                <a:gd name="connsiteX9" fmla="*/ 145377 w 3543794"/>
                <a:gd name="connsiteY9" fmla="*/ 2453166 h 2806588"/>
                <a:gd name="connsiteX10" fmla="*/ 346455 w 3543794"/>
                <a:gd name="connsiteY10" fmla="*/ 2654244 h 2806588"/>
                <a:gd name="connsiteX11" fmla="*/ 3199733 w 3543794"/>
                <a:gd name="connsiteY11" fmla="*/ 2654244 h 2806588"/>
                <a:gd name="connsiteX12" fmla="*/ 3400811 w 3543794"/>
                <a:gd name="connsiteY12" fmla="*/ 2453166 h 2806588"/>
                <a:gd name="connsiteX13" fmla="*/ 3400811 w 3543794"/>
                <a:gd name="connsiteY13" fmla="*/ 1920315 h 2806588"/>
                <a:gd name="connsiteX14" fmla="*/ 3440550 w 3543794"/>
                <a:gd name="connsiteY14" fmla="*/ 1953102 h 2806588"/>
                <a:gd name="connsiteX15" fmla="*/ 3507197 w 3543794"/>
                <a:gd name="connsiteY15" fmla="*/ 1989277 h 2806588"/>
                <a:gd name="connsiteX16" fmla="*/ 3543794 w 3543794"/>
                <a:gd name="connsiteY16" fmla="*/ 2000637 h 2806588"/>
                <a:gd name="connsiteX17" fmla="*/ 3543794 w 3543794"/>
                <a:gd name="connsiteY17" fmla="*/ 2512654 h 2806588"/>
                <a:gd name="connsiteX18" fmla="*/ 3249860 w 3543794"/>
                <a:gd name="connsiteY18" fmla="*/ 2806588 h 2806588"/>
                <a:gd name="connsiteX19" fmla="*/ 293934 w 3543794"/>
                <a:gd name="connsiteY19" fmla="*/ 2806588 h 2806588"/>
                <a:gd name="connsiteX20" fmla="*/ 0 w 3543794"/>
                <a:gd name="connsiteY20" fmla="*/ 2512654 h 2806588"/>
                <a:gd name="connsiteX21" fmla="*/ 0 w 3543794"/>
                <a:gd name="connsiteY21" fmla="*/ 293934 h 2806588"/>
                <a:gd name="connsiteX22" fmla="*/ 293934 w 3543794"/>
                <a:gd name="connsiteY22" fmla="*/ 0 h 280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43794" h="2806588">
                  <a:moveTo>
                    <a:pt x="293934" y="0"/>
                  </a:moveTo>
                  <a:lnTo>
                    <a:pt x="3249860" y="0"/>
                  </a:lnTo>
                  <a:cubicBezTo>
                    <a:pt x="3412195" y="0"/>
                    <a:pt x="3543794" y="131599"/>
                    <a:pt x="3543794" y="293934"/>
                  </a:cubicBezTo>
                  <a:lnTo>
                    <a:pt x="3543794" y="1172555"/>
                  </a:lnTo>
                  <a:lnTo>
                    <a:pt x="3400811" y="1012808"/>
                  </a:lnTo>
                  <a:lnTo>
                    <a:pt x="3400811" y="353422"/>
                  </a:lnTo>
                  <a:cubicBezTo>
                    <a:pt x="3400811" y="242370"/>
                    <a:pt x="3310785" y="152344"/>
                    <a:pt x="3199733" y="152344"/>
                  </a:cubicBezTo>
                  <a:lnTo>
                    <a:pt x="346455" y="152344"/>
                  </a:lnTo>
                  <a:cubicBezTo>
                    <a:pt x="235403" y="152344"/>
                    <a:pt x="145377" y="242370"/>
                    <a:pt x="145377" y="353422"/>
                  </a:cubicBezTo>
                  <a:lnTo>
                    <a:pt x="145377" y="2453166"/>
                  </a:lnTo>
                  <a:cubicBezTo>
                    <a:pt x="145377" y="2564218"/>
                    <a:pt x="235403" y="2654244"/>
                    <a:pt x="346455" y="2654244"/>
                  </a:cubicBezTo>
                  <a:lnTo>
                    <a:pt x="3199733" y="2654244"/>
                  </a:lnTo>
                  <a:cubicBezTo>
                    <a:pt x="3310785" y="2654244"/>
                    <a:pt x="3400811" y="2564218"/>
                    <a:pt x="3400811" y="2453166"/>
                  </a:cubicBezTo>
                  <a:lnTo>
                    <a:pt x="3400811" y="1920315"/>
                  </a:lnTo>
                  <a:lnTo>
                    <a:pt x="3440550" y="1953102"/>
                  </a:lnTo>
                  <a:cubicBezTo>
                    <a:pt x="3461423" y="1967204"/>
                    <a:pt x="3483726" y="1979350"/>
                    <a:pt x="3507197" y="1989277"/>
                  </a:cubicBezTo>
                  <a:lnTo>
                    <a:pt x="3543794" y="2000637"/>
                  </a:lnTo>
                  <a:lnTo>
                    <a:pt x="3543794" y="2512654"/>
                  </a:lnTo>
                  <a:cubicBezTo>
                    <a:pt x="3543794" y="2674989"/>
                    <a:pt x="3412195" y="2806588"/>
                    <a:pt x="3249860" y="2806588"/>
                  </a:cubicBezTo>
                  <a:lnTo>
                    <a:pt x="293934" y="2806588"/>
                  </a:lnTo>
                  <a:cubicBezTo>
                    <a:pt x="131599" y="2806588"/>
                    <a:pt x="0" y="2674989"/>
                    <a:pt x="0" y="2512654"/>
                  </a:cubicBezTo>
                  <a:lnTo>
                    <a:pt x="0" y="293934"/>
                  </a:lnTo>
                  <a:cubicBezTo>
                    <a:pt x="0" y="131599"/>
                    <a:pt x="131599" y="0"/>
                    <a:pt x="29393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5572E11D-3B89-7EB2-BF5A-33F4E1136A5C}"/>
              </a:ext>
            </a:extLst>
          </p:cNvPr>
          <p:cNvGrpSpPr/>
          <p:nvPr/>
        </p:nvGrpSpPr>
        <p:grpSpPr>
          <a:xfrm>
            <a:off x="347339" y="2804982"/>
            <a:ext cx="4993880" cy="1862048"/>
            <a:chOff x="5562993" y="4114780"/>
            <a:chExt cx="4993880" cy="1862048"/>
          </a:xfrm>
        </p:grpSpPr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DB675B6C-F3C4-FB47-B18D-E555D64ECF27}"/>
                </a:ext>
              </a:extLst>
            </p:cNvPr>
            <p:cNvSpPr txBox="1"/>
            <p:nvPr/>
          </p:nvSpPr>
          <p:spPr>
            <a:xfrm>
              <a:off x="7974150" y="4114780"/>
              <a:ext cx="1164287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500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endParaRPr lang="fr-FR" sz="11500" dirty="0">
                <a:ln w="3175">
                  <a:solidFill>
                    <a:schemeClr val="bg1"/>
                  </a:solidFill>
                </a:ln>
                <a:latin typeface="Arial Rounded MT Bold" panose="020F0704030504030204" pitchFamily="34" charset="0"/>
              </a:endParaRPr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E39D288D-99FD-1FF5-CBAD-CD2813F0CD72}"/>
                </a:ext>
              </a:extLst>
            </p:cNvPr>
            <p:cNvSpPr txBox="1"/>
            <p:nvPr/>
          </p:nvSpPr>
          <p:spPr>
            <a:xfrm>
              <a:off x="5562993" y="4297698"/>
              <a:ext cx="2616965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9600" dirty="0">
                  <a:ln w="3175">
                    <a:solidFill>
                      <a:schemeClr val="bg1"/>
                    </a:solidFill>
                  </a:ln>
                  <a:solidFill>
                    <a:srgbClr val="2577BB"/>
                  </a:solidFill>
                  <a:latin typeface="Arial Rounded MT Bold" panose="020F0704030504030204" pitchFamily="34" charset="0"/>
                </a:rPr>
                <a:t>nirs</a:t>
              </a:r>
              <a:endParaRPr lang="fr-FR" dirty="0">
                <a:ln w="3175">
                  <a:solidFill>
                    <a:schemeClr val="bg1"/>
                  </a:solidFill>
                </a:ln>
                <a:solidFill>
                  <a:srgbClr val="2577BB"/>
                </a:solidFill>
              </a:endParaRP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DFFA7E79-73BA-AE72-9103-A1FA8F8682B2}"/>
                </a:ext>
              </a:extLst>
            </p:cNvPr>
            <p:cNvSpPr txBox="1"/>
            <p:nvPr/>
          </p:nvSpPr>
          <p:spPr>
            <a:xfrm>
              <a:off x="8986306" y="4297698"/>
              <a:ext cx="1570567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9600" dirty="0">
                  <a:ln w="3175">
                    <a:solidFill>
                      <a:schemeClr val="bg1"/>
                    </a:solidFill>
                  </a:ln>
                  <a:latin typeface="Arial Rounded MT Bold" panose="020F0704030504030204" pitchFamily="34" charset="0"/>
                </a:rPr>
                <a:t>all</a:t>
              </a:r>
              <a:endParaRPr lang="fr-FR" dirty="0">
                <a:ln w="3175">
                  <a:solidFill>
                    <a:schemeClr val="bg1"/>
                  </a:solidFill>
                </a:ln>
              </a:endParaRPr>
            </a:p>
          </p:txBody>
        </p:sp>
      </p:grpSp>
      <p:pic>
        <p:nvPicPr>
          <p:cNvPr id="48" name="Image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853" y="5026609"/>
            <a:ext cx="1077373" cy="830997"/>
          </a:xfrm>
          <a:prstGeom prst="rect">
            <a:avLst/>
          </a:prstGeom>
        </p:spPr>
      </p:pic>
      <p:pic>
        <p:nvPicPr>
          <p:cNvPr id="49" name="Image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911" y="5268108"/>
            <a:ext cx="496586" cy="38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2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3218</TotalTime>
  <Words>87</Words>
  <Application>Microsoft Office PowerPoint</Application>
  <PresentationFormat>Grand écran</PresentationFormat>
  <Paragraphs>87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Arial Rounded MT Bold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Grégory BEURIER</dc:creator>
  <cp:lastModifiedBy>Grégory BEURIER</cp:lastModifiedBy>
  <cp:revision>25</cp:revision>
  <dcterms:created xsi:type="dcterms:W3CDTF">2025-04-04T21:26:25Z</dcterms:created>
  <dcterms:modified xsi:type="dcterms:W3CDTF">2026-05-28T07:09:57Z</dcterms:modified>
</cp:coreProperties>
</file>